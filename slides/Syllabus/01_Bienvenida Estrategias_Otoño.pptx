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6"/>
  </p:notesMasterIdLst>
  <p:handoutMasterIdLst>
    <p:handoutMasterId r:id="rId17"/>
  </p:handoutMasterIdLst>
  <p:sldIdLst>
    <p:sldId id="328" r:id="rId2"/>
    <p:sldId id="313" r:id="rId3"/>
    <p:sldId id="316" r:id="rId4"/>
    <p:sldId id="580" r:id="rId5"/>
    <p:sldId id="578" r:id="rId6"/>
    <p:sldId id="579" r:id="rId7"/>
    <p:sldId id="314" r:id="rId8"/>
    <p:sldId id="583" r:id="rId9"/>
    <p:sldId id="587" r:id="rId10"/>
    <p:sldId id="308" r:id="rId11"/>
    <p:sldId id="311" r:id="rId12"/>
    <p:sldId id="267" r:id="rId13"/>
    <p:sldId id="542" r:id="rId14"/>
    <p:sldId id="543" r:id="rId15"/>
  </p:sldIdLst>
  <p:sldSz cx="9144000" cy="6858000" type="screen4x3"/>
  <p:notesSz cx="7315200" cy="9601200"/>
  <p:defaultTextStyle>
    <a:defPPr>
      <a:defRPr lang="es-E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663300"/>
    <a:srgbClr val="CCFFFF"/>
    <a:srgbClr val="66FF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01" autoAdjust="0"/>
    <p:restoredTop sz="95887" autoAdjust="0"/>
  </p:normalViewPr>
  <p:slideViewPr>
    <p:cSldViewPr>
      <p:cViewPr varScale="1">
        <p:scale>
          <a:sx n="115" d="100"/>
          <a:sy n="115" d="100"/>
        </p:scale>
        <p:origin x="1672" y="200"/>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0"/>
    </p:cViewPr>
  </p:sorterViewPr>
  <p:notesViewPr>
    <p:cSldViewPr>
      <p:cViewPr varScale="1">
        <p:scale>
          <a:sx n="72" d="100"/>
          <a:sy n="72" d="100"/>
        </p:scale>
        <p:origin x="2620" y="4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4" name="Rectangle 4"/>
          <p:cNvSpPr>
            <a:spLocks noGrp="1" noChangeArrowheads="1"/>
          </p:cNvSpPr>
          <p:nvPr>
            <p:ph type="ftr" sz="quarter" idx="2"/>
          </p:nvPr>
        </p:nvSpPr>
        <p:spPr bwMode="auto">
          <a:xfrm>
            <a:off x="0" y="9121775"/>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a:defRPr sz="1300"/>
            </a:lvl1pPr>
          </a:lstStyle>
          <a:p>
            <a:pPr>
              <a:defRPr/>
            </a:pPr>
            <a:endParaRPr lang="es-ES"/>
          </a:p>
        </p:txBody>
      </p:sp>
      <p:sp>
        <p:nvSpPr>
          <p:cNvPr id="10245" name="Rectangle 5"/>
          <p:cNvSpPr>
            <a:spLocks noGrp="1" noChangeArrowheads="1"/>
          </p:cNvSpPr>
          <p:nvPr>
            <p:ph type="sldNum" sz="quarter" idx="3"/>
          </p:nvPr>
        </p:nvSpPr>
        <p:spPr bwMode="auto">
          <a:xfrm>
            <a:off x="4144963" y="9121775"/>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a:defRPr sz="1300"/>
            </a:lvl1pPr>
          </a:lstStyle>
          <a:p>
            <a:pPr>
              <a:defRPr/>
            </a:pPr>
            <a:fld id="{2629CA15-C9FB-4AAC-AE8E-52E5C6BB1296}" type="slidenum">
              <a:rPr lang="es-ES"/>
              <a:pPr>
                <a:defRPr/>
              </a:pPr>
              <a:t>‹Nº›</a:t>
            </a:fld>
            <a:endParaRPr lang="es-ES"/>
          </a:p>
        </p:txBody>
      </p:sp>
    </p:spTree>
    <p:extLst>
      <p:ext uri="{BB962C8B-B14F-4D97-AF65-F5344CB8AC3E}">
        <p14:creationId xmlns:p14="http://schemas.microsoft.com/office/powerpoint/2010/main" val="26494277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81"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75782"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s-ES"/>
          </a:p>
        </p:txBody>
      </p:sp>
      <p:sp>
        <p:nvSpPr>
          <p:cNvPr id="75783"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5A1C1C69-3F6C-4774-A996-253035AD0546}" type="slidenum">
              <a:rPr lang="es-ES"/>
              <a:pPr>
                <a:defRPr/>
              </a:pPr>
              <a:t>‹Nº›</a:t>
            </a:fld>
            <a:endParaRPr lang="es-ES"/>
          </a:p>
        </p:txBody>
      </p:sp>
    </p:spTree>
    <p:extLst>
      <p:ext uri="{BB962C8B-B14F-4D97-AF65-F5344CB8AC3E}">
        <p14:creationId xmlns:p14="http://schemas.microsoft.com/office/powerpoint/2010/main" val="41176655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8851" name="Rectangle 3"/>
          <p:cNvSpPr>
            <a:spLocks noGrp="1" noChangeArrowheads="1"/>
          </p:cNvSpPr>
          <p:nvPr>
            <p:ph type="ctrTitle" sz="quarter"/>
          </p:nvPr>
        </p:nvSpPr>
        <p:spPr>
          <a:xfrm>
            <a:off x="376238" y="4273550"/>
            <a:ext cx="8388350" cy="1081088"/>
          </a:xfrm>
        </p:spPr>
        <p:txBody>
          <a:bodyPr/>
          <a:lstStyle>
            <a:lvl1pPr>
              <a:lnSpc>
                <a:spcPts val="3988"/>
              </a:lnSpc>
              <a:defRPr sz="3200"/>
            </a:lvl1pPr>
          </a:lstStyle>
          <a:p>
            <a:pPr lvl="0"/>
            <a:r>
              <a:rPr lang="de-DE" noProof="0"/>
              <a:t>Click to edit Master title style</a:t>
            </a:r>
          </a:p>
        </p:txBody>
      </p:sp>
      <p:sp>
        <p:nvSpPr>
          <p:cNvPr id="78852" name="Rectangle 4"/>
          <p:cNvSpPr>
            <a:spLocks noGrp="1" noChangeArrowheads="1"/>
          </p:cNvSpPr>
          <p:nvPr>
            <p:ph type="subTitle" sz="quarter" idx="1"/>
          </p:nvPr>
        </p:nvSpPr>
        <p:spPr>
          <a:xfrm>
            <a:off x="376238" y="5349875"/>
            <a:ext cx="8388350" cy="825500"/>
          </a:xfrm>
        </p:spPr>
        <p:txBody>
          <a:bodyPr/>
          <a:lstStyle>
            <a:lvl1pPr>
              <a:lnSpc>
                <a:spcPts val="3988"/>
              </a:lnSpc>
              <a:defRPr sz="2400">
                <a:solidFill>
                  <a:schemeClr val="tx2"/>
                </a:solidFill>
              </a:defRPr>
            </a:lvl1pPr>
          </a:lstStyle>
          <a:p>
            <a:pPr lvl="0"/>
            <a:r>
              <a:rPr lang="de-DE" noProof="0"/>
              <a:t>Click to edit Master subtitle style</a:t>
            </a:r>
          </a:p>
        </p:txBody>
      </p:sp>
    </p:spTree>
    <p:extLst>
      <p:ext uri="{BB962C8B-B14F-4D97-AF65-F5344CB8AC3E}">
        <p14:creationId xmlns:p14="http://schemas.microsoft.com/office/powerpoint/2010/main" val="1019148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Tree>
    <p:extLst>
      <p:ext uri="{BB962C8B-B14F-4D97-AF65-F5344CB8AC3E}">
        <p14:creationId xmlns:p14="http://schemas.microsoft.com/office/powerpoint/2010/main" val="2306409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lstStyle>
            <a:lvl1pPr algn="l">
              <a:defRPr sz="4000" b="1" cap="all"/>
            </a:lvl1pPr>
          </a:lstStyle>
          <a:p>
            <a:r>
              <a:rPr lang="es-ES"/>
              <a:t>Haga clic para modificar el estilo de título del patrón</a:t>
            </a:r>
            <a:endParaRPr lang="es-MX"/>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1801287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sz="half" idx="1"/>
          </p:nvPr>
        </p:nvSpPr>
        <p:spPr>
          <a:xfrm>
            <a:off x="369888" y="1752600"/>
            <a:ext cx="4125912" cy="4591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contenido"/>
          <p:cNvSpPr>
            <a:spLocks noGrp="1"/>
          </p:cNvSpPr>
          <p:nvPr>
            <p:ph sz="half" idx="2"/>
          </p:nvPr>
        </p:nvSpPr>
        <p:spPr>
          <a:xfrm>
            <a:off x="4648200" y="1752600"/>
            <a:ext cx="4125913" cy="4591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Tree>
    <p:extLst>
      <p:ext uri="{BB962C8B-B14F-4D97-AF65-F5344CB8AC3E}">
        <p14:creationId xmlns:p14="http://schemas.microsoft.com/office/powerpoint/2010/main" val="1657357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Tree>
    <p:extLst>
      <p:ext uri="{BB962C8B-B14F-4D97-AF65-F5344CB8AC3E}">
        <p14:creationId xmlns:p14="http://schemas.microsoft.com/office/powerpoint/2010/main" val="1958449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2728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897972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dirty="0"/>
              <a:t>Haga clic para modificar el estilo de texto del patrón</a:t>
            </a:r>
          </a:p>
        </p:txBody>
      </p:sp>
    </p:spTree>
    <p:extLst>
      <p:ext uri="{BB962C8B-B14F-4D97-AF65-F5344CB8AC3E}">
        <p14:creationId xmlns:p14="http://schemas.microsoft.com/office/powerpoint/2010/main" val="2213584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MX"/>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MX"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2973492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Tree>
    <p:extLst>
      <p:ext uri="{BB962C8B-B14F-4D97-AF65-F5344CB8AC3E}">
        <p14:creationId xmlns:p14="http://schemas.microsoft.com/office/powerpoint/2010/main" val="2785781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72263" y="896938"/>
            <a:ext cx="2101850" cy="5446712"/>
          </a:xfrm>
        </p:spPr>
        <p:txBody>
          <a:bodyPr vert="eaVert"/>
          <a:lstStyle/>
          <a:p>
            <a:r>
              <a:rPr lang="es-ES"/>
              <a:t>Haga clic para modificar el estilo de título del patrón</a:t>
            </a:r>
            <a:endParaRPr lang="es-MX"/>
          </a:p>
        </p:txBody>
      </p:sp>
      <p:sp>
        <p:nvSpPr>
          <p:cNvPr id="3" name="2 Marcador de texto vertical"/>
          <p:cNvSpPr>
            <a:spLocks noGrp="1"/>
          </p:cNvSpPr>
          <p:nvPr>
            <p:ph type="body" orient="vert" idx="1"/>
          </p:nvPr>
        </p:nvSpPr>
        <p:spPr>
          <a:xfrm>
            <a:off x="363538" y="896938"/>
            <a:ext cx="6156325" cy="5446712"/>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Tree>
    <p:extLst>
      <p:ext uri="{BB962C8B-B14F-4D97-AF65-F5344CB8AC3E}">
        <p14:creationId xmlns:p14="http://schemas.microsoft.com/office/powerpoint/2010/main" val="291647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363538" y="896938"/>
            <a:ext cx="8410575" cy="544671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Tree>
    <p:extLst>
      <p:ext uri="{BB962C8B-B14F-4D97-AF65-F5344CB8AC3E}">
        <p14:creationId xmlns:p14="http://schemas.microsoft.com/office/powerpoint/2010/main" val="1016655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363538" y="896938"/>
            <a:ext cx="8402637" cy="685800"/>
          </a:xfrm>
        </p:spPr>
        <p:txBody>
          <a:bodyPr/>
          <a:lstStyle/>
          <a:p>
            <a:r>
              <a:rPr lang="es-ES"/>
              <a:t>Haga clic para modificar el estilo de título del patrón</a:t>
            </a:r>
            <a:endParaRPr lang="es-MX"/>
          </a:p>
        </p:txBody>
      </p:sp>
      <p:sp>
        <p:nvSpPr>
          <p:cNvPr id="3" name="2 Marcador de tabla"/>
          <p:cNvSpPr>
            <a:spLocks noGrp="1"/>
          </p:cNvSpPr>
          <p:nvPr>
            <p:ph type="tbl" idx="1"/>
          </p:nvPr>
        </p:nvSpPr>
        <p:spPr>
          <a:xfrm>
            <a:off x="369888" y="1752600"/>
            <a:ext cx="8404225" cy="4591050"/>
          </a:xfrm>
        </p:spPr>
        <p:txBody>
          <a:bodyPr/>
          <a:lstStyle/>
          <a:p>
            <a:pPr lvl="0"/>
            <a:endParaRPr lang="es-MX" noProof="0"/>
          </a:p>
        </p:txBody>
      </p:sp>
    </p:spTree>
    <p:extLst>
      <p:ext uri="{BB962C8B-B14F-4D97-AF65-F5344CB8AC3E}">
        <p14:creationId xmlns:p14="http://schemas.microsoft.com/office/powerpoint/2010/main" val="28792571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ítulo y 4 objetos">
    <p:spTree>
      <p:nvGrpSpPr>
        <p:cNvPr id="1" name=""/>
        <p:cNvGrpSpPr/>
        <p:nvPr/>
      </p:nvGrpSpPr>
      <p:grpSpPr>
        <a:xfrm>
          <a:off x="0" y="0"/>
          <a:ext cx="0" cy="0"/>
          <a:chOff x="0" y="0"/>
          <a:chExt cx="0" cy="0"/>
        </a:xfrm>
      </p:grpSpPr>
      <p:sp>
        <p:nvSpPr>
          <p:cNvPr id="2" name="1 Título"/>
          <p:cNvSpPr>
            <a:spLocks noGrp="1"/>
          </p:cNvSpPr>
          <p:nvPr>
            <p:ph type="title" sz="quarter"/>
          </p:nvPr>
        </p:nvSpPr>
        <p:spPr>
          <a:xfrm>
            <a:off x="363538" y="896938"/>
            <a:ext cx="8402637" cy="685800"/>
          </a:xfrm>
        </p:spPr>
        <p:txBody>
          <a:bodyPr/>
          <a:lstStyle/>
          <a:p>
            <a:r>
              <a:rPr lang="es-ES"/>
              <a:t>Haga clic para modificar el estilo de título del patrón</a:t>
            </a:r>
            <a:endParaRPr lang="es-MX"/>
          </a:p>
        </p:txBody>
      </p:sp>
      <p:sp>
        <p:nvSpPr>
          <p:cNvPr id="3" name="2 Marcador de contenido"/>
          <p:cNvSpPr>
            <a:spLocks noGrp="1"/>
          </p:cNvSpPr>
          <p:nvPr>
            <p:ph sz="quarter" idx="1"/>
          </p:nvPr>
        </p:nvSpPr>
        <p:spPr>
          <a:xfrm>
            <a:off x="369888" y="1752600"/>
            <a:ext cx="4125912" cy="221932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contenido"/>
          <p:cNvSpPr>
            <a:spLocks noGrp="1"/>
          </p:cNvSpPr>
          <p:nvPr>
            <p:ph sz="quarter" idx="2"/>
          </p:nvPr>
        </p:nvSpPr>
        <p:spPr>
          <a:xfrm>
            <a:off x="4648200" y="1752600"/>
            <a:ext cx="4125913" cy="221932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contenido"/>
          <p:cNvSpPr>
            <a:spLocks noGrp="1"/>
          </p:cNvSpPr>
          <p:nvPr>
            <p:ph sz="quarter" idx="3"/>
          </p:nvPr>
        </p:nvSpPr>
        <p:spPr>
          <a:xfrm>
            <a:off x="369888" y="4124325"/>
            <a:ext cx="4125912" cy="221932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contenido"/>
          <p:cNvSpPr>
            <a:spLocks noGrp="1"/>
          </p:cNvSpPr>
          <p:nvPr>
            <p:ph sz="quarter" idx="4"/>
          </p:nvPr>
        </p:nvSpPr>
        <p:spPr>
          <a:xfrm>
            <a:off x="4648200" y="4124325"/>
            <a:ext cx="4125913" cy="221932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Tree>
    <p:extLst>
      <p:ext uri="{BB962C8B-B14F-4D97-AF65-F5344CB8AC3E}">
        <p14:creationId xmlns:p14="http://schemas.microsoft.com/office/powerpoint/2010/main" val="4052378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Media" preserve="1">
  <p:cSld name="Título, texto y clip multimedia">
    <p:spTree>
      <p:nvGrpSpPr>
        <p:cNvPr id="1" name=""/>
        <p:cNvGrpSpPr/>
        <p:nvPr/>
      </p:nvGrpSpPr>
      <p:grpSpPr>
        <a:xfrm>
          <a:off x="0" y="0"/>
          <a:ext cx="0" cy="0"/>
          <a:chOff x="0" y="0"/>
          <a:chExt cx="0" cy="0"/>
        </a:xfrm>
      </p:grpSpPr>
      <p:sp>
        <p:nvSpPr>
          <p:cNvPr id="2" name="1 Título"/>
          <p:cNvSpPr>
            <a:spLocks noGrp="1"/>
          </p:cNvSpPr>
          <p:nvPr>
            <p:ph type="title"/>
          </p:nvPr>
        </p:nvSpPr>
        <p:spPr>
          <a:xfrm>
            <a:off x="363538" y="896938"/>
            <a:ext cx="8402637" cy="685800"/>
          </a:xfrm>
        </p:spPr>
        <p:txBody>
          <a:bodyPr/>
          <a:lstStyle/>
          <a:p>
            <a:r>
              <a:rPr lang="es-ES"/>
              <a:t>Haga clic para modificar el estilo de título del patrón</a:t>
            </a:r>
            <a:endParaRPr lang="es-MX"/>
          </a:p>
        </p:txBody>
      </p:sp>
      <p:sp>
        <p:nvSpPr>
          <p:cNvPr id="3" name="2 Marcador de texto"/>
          <p:cNvSpPr>
            <a:spLocks noGrp="1"/>
          </p:cNvSpPr>
          <p:nvPr>
            <p:ph type="body" sz="half" idx="1"/>
          </p:nvPr>
        </p:nvSpPr>
        <p:spPr>
          <a:xfrm>
            <a:off x="369888" y="1752600"/>
            <a:ext cx="4125912" cy="459105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medios"/>
          <p:cNvSpPr>
            <a:spLocks noGrp="1"/>
          </p:cNvSpPr>
          <p:nvPr>
            <p:ph type="media" sz="half" idx="2"/>
          </p:nvPr>
        </p:nvSpPr>
        <p:spPr>
          <a:xfrm>
            <a:off x="4648200" y="1752600"/>
            <a:ext cx="4125913" cy="4591050"/>
          </a:xfrm>
        </p:spPr>
        <p:txBody>
          <a:bodyPr/>
          <a:lstStyle/>
          <a:p>
            <a:pPr lvl="0"/>
            <a:endParaRPr lang="es-MX" noProof="0"/>
          </a:p>
        </p:txBody>
      </p:sp>
    </p:spTree>
    <p:extLst>
      <p:ext uri="{BB962C8B-B14F-4D97-AF65-F5344CB8AC3E}">
        <p14:creationId xmlns:p14="http://schemas.microsoft.com/office/powerpoint/2010/main" val="4270753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clipArtAndTx" preserve="1">
  <p:cSld name="Título, imágenes prediseñadas y texto">
    <p:spTree>
      <p:nvGrpSpPr>
        <p:cNvPr id="1" name=""/>
        <p:cNvGrpSpPr/>
        <p:nvPr/>
      </p:nvGrpSpPr>
      <p:grpSpPr>
        <a:xfrm>
          <a:off x="0" y="0"/>
          <a:ext cx="0" cy="0"/>
          <a:chOff x="0" y="0"/>
          <a:chExt cx="0" cy="0"/>
        </a:xfrm>
      </p:grpSpPr>
      <p:sp>
        <p:nvSpPr>
          <p:cNvPr id="2" name="1 Título"/>
          <p:cNvSpPr>
            <a:spLocks noGrp="1"/>
          </p:cNvSpPr>
          <p:nvPr>
            <p:ph type="title"/>
          </p:nvPr>
        </p:nvSpPr>
        <p:spPr>
          <a:xfrm>
            <a:off x="363538" y="896938"/>
            <a:ext cx="8402637" cy="685800"/>
          </a:xfrm>
        </p:spPr>
        <p:txBody>
          <a:bodyPr/>
          <a:lstStyle/>
          <a:p>
            <a:r>
              <a:rPr lang="es-ES"/>
              <a:t>Haga clic para modificar el estilo de título del patrón</a:t>
            </a:r>
            <a:endParaRPr lang="es-MX"/>
          </a:p>
        </p:txBody>
      </p:sp>
      <p:sp>
        <p:nvSpPr>
          <p:cNvPr id="3" name="2 Marcador de imágenes prediseñadas"/>
          <p:cNvSpPr>
            <a:spLocks noGrp="1"/>
          </p:cNvSpPr>
          <p:nvPr>
            <p:ph type="clipArt" sz="half" idx="1"/>
          </p:nvPr>
        </p:nvSpPr>
        <p:spPr>
          <a:xfrm>
            <a:off x="369888" y="1752600"/>
            <a:ext cx="4125912" cy="4591050"/>
          </a:xfrm>
        </p:spPr>
        <p:txBody>
          <a:bodyPr/>
          <a:lstStyle/>
          <a:p>
            <a:pPr lvl="0"/>
            <a:endParaRPr lang="es-MX" noProof="0"/>
          </a:p>
        </p:txBody>
      </p:sp>
      <p:sp>
        <p:nvSpPr>
          <p:cNvPr id="4" name="3 Marcador de texto"/>
          <p:cNvSpPr>
            <a:spLocks noGrp="1"/>
          </p:cNvSpPr>
          <p:nvPr>
            <p:ph type="body" sz="half" idx="2"/>
          </p:nvPr>
        </p:nvSpPr>
        <p:spPr>
          <a:xfrm>
            <a:off x="4648200" y="1752600"/>
            <a:ext cx="4125913" cy="459105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Tree>
    <p:extLst>
      <p:ext uri="{BB962C8B-B14F-4D97-AF65-F5344CB8AC3E}">
        <p14:creationId xmlns:p14="http://schemas.microsoft.com/office/powerpoint/2010/main" val="28347634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AndTx" preserve="1">
  <p:cSld name="Título, objetos y texto">
    <p:spTree>
      <p:nvGrpSpPr>
        <p:cNvPr id="1" name=""/>
        <p:cNvGrpSpPr/>
        <p:nvPr/>
      </p:nvGrpSpPr>
      <p:grpSpPr>
        <a:xfrm>
          <a:off x="0" y="0"/>
          <a:ext cx="0" cy="0"/>
          <a:chOff x="0" y="0"/>
          <a:chExt cx="0" cy="0"/>
        </a:xfrm>
      </p:grpSpPr>
      <p:sp>
        <p:nvSpPr>
          <p:cNvPr id="2" name="1 Título"/>
          <p:cNvSpPr>
            <a:spLocks noGrp="1"/>
          </p:cNvSpPr>
          <p:nvPr>
            <p:ph type="title"/>
          </p:nvPr>
        </p:nvSpPr>
        <p:spPr>
          <a:xfrm>
            <a:off x="363538" y="896938"/>
            <a:ext cx="8402637" cy="685800"/>
          </a:xfrm>
        </p:spPr>
        <p:txBody>
          <a:bodyPr/>
          <a:lstStyle/>
          <a:p>
            <a:r>
              <a:rPr lang="es-ES"/>
              <a:t>Haga clic para modificar el estilo de título del patrón</a:t>
            </a:r>
            <a:endParaRPr lang="es-MX"/>
          </a:p>
        </p:txBody>
      </p:sp>
      <p:sp>
        <p:nvSpPr>
          <p:cNvPr id="3" name="2 Marcador de contenido"/>
          <p:cNvSpPr>
            <a:spLocks noGrp="1"/>
          </p:cNvSpPr>
          <p:nvPr>
            <p:ph sz="half" idx="1"/>
          </p:nvPr>
        </p:nvSpPr>
        <p:spPr>
          <a:xfrm>
            <a:off x="369888" y="1752600"/>
            <a:ext cx="4125912" cy="459105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texto"/>
          <p:cNvSpPr>
            <a:spLocks noGrp="1"/>
          </p:cNvSpPr>
          <p:nvPr>
            <p:ph type="body" sz="half" idx="2"/>
          </p:nvPr>
        </p:nvSpPr>
        <p:spPr>
          <a:xfrm>
            <a:off x="4648200" y="1752600"/>
            <a:ext cx="4125913" cy="459105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Tree>
    <p:extLst>
      <p:ext uri="{BB962C8B-B14F-4D97-AF65-F5344CB8AC3E}">
        <p14:creationId xmlns:p14="http://schemas.microsoft.com/office/powerpoint/2010/main" val="10975171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a:xfrm>
            <a:off x="480060" y="638176"/>
            <a:ext cx="8168197" cy="1097280"/>
          </a:xfrm>
        </p:spPr>
        <p:txBody>
          <a:bodyPr/>
          <a:lstStyle/>
          <a:p>
            <a:r>
              <a:rPr lang="en-US"/>
              <a:t>Click to edit Master title style</a:t>
            </a:r>
            <a:endParaRPr lang="en-US" dirty="0"/>
          </a:p>
        </p:txBody>
      </p:sp>
    </p:spTree>
    <p:extLst>
      <p:ext uri="{BB962C8B-B14F-4D97-AF65-F5344CB8AC3E}">
        <p14:creationId xmlns:p14="http://schemas.microsoft.com/office/powerpoint/2010/main" val="2596695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Rectángulo"/>
          <p:cNvSpPr/>
          <p:nvPr userDrawn="1"/>
        </p:nvSpPr>
        <p:spPr>
          <a:xfrm>
            <a:off x="0" y="0"/>
            <a:ext cx="914400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26" name="Rectangle 2"/>
          <p:cNvSpPr>
            <a:spLocks noGrp="1" noChangeArrowheads="1"/>
          </p:cNvSpPr>
          <p:nvPr>
            <p:ph type="body" idx="1"/>
          </p:nvPr>
        </p:nvSpPr>
        <p:spPr bwMode="auto">
          <a:xfrm>
            <a:off x="369888" y="1752600"/>
            <a:ext cx="8404225" cy="45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de-DE"/>
              <a:t>Click to edit Master text styles</a:t>
            </a:r>
          </a:p>
          <a:p>
            <a:pPr lvl="1"/>
            <a:r>
              <a:rPr lang="de-DE"/>
              <a:t>Second level</a:t>
            </a:r>
          </a:p>
          <a:p>
            <a:pPr lvl="2"/>
            <a:r>
              <a:rPr lang="de-DE"/>
              <a:t>Third level</a:t>
            </a:r>
          </a:p>
          <a:p>
            <a:pPr lvl="3"/>
            <a:r>
              <a:rPr lang="de-DE"/>
              <a:t>Fourth level</a:t>
            </a:r>
          </a:p>
          <a:p>
            <a:pPr lvl="4"/>
            <a:r>
              <a:rPr lang="de-DE"/>
              <a:t>Fifth level</a:t>
            </a:r>
          </a:p>
        </p:txBody>
      </p:sp>
      <p:sp>
        <p:nvSpPr>
          <p:cNvPr id="1027" name="Rectangle 3"/>
          <p:cNvSpPr>
            <a:spLocks noGrp="1" noChangeArrowheads="1"/>
          </p:cNvSpPr>
          <p:nvPr>
            <p:ph type="title"/>
          </p:nvPr>
        </p:nvSpPr>
        <p:spPr bwMode="auto">
          <a:xfrm>
            <a:off x="363538" y="896938"/>
            <a:ext cx="8402637"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de-DE"/>
              <a:t>Click to edit Master title style</a:t>
            </a:r>
          </a:p>
        </p:txBody>
      </p:sp>
      <p:sp>
        <p:nvSpPr>
          <p:cNvPr id="1028" name="Line 4"/>
          <p:cNvSpPr>
            <a:spLocks noChangeShapeType="1"/>
          </p:cNvSpPr>
          <p:nvPr/>
        </p:nvSpPr>
        <p:spPr bwMode="auto">
          <a:xfrm>
            <a:off x="363538" y="762000"/>
            <a:ext cx="840105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Tree>
  </p:cSld>
  <p:clrMap bg1="lt1" tx1="dk1" bg2="lt2" tx2="dk2" accent1="accent1" accent2="accent2" accent3="accent3" accent4="accent4" accent5="accent5" accent6="accent6" hlink="hlink" folHlink="folHlink"/>
  <p:sldLayoutIdLst>
    <p:sldLayoutId id="2147483702"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3" r:id="rId18"/>
  </p:sldLayoutIdLst>
  <p:txStyles>
    <p:titleStyle>
      <a:lvl1pPr algn="l" defTabSz="958850" rtl="0" eaLnBrk="0" fontAlgn="base" hangingPunct="0">
        <a:spcBef>
          <a:spcPct val="0"/>
        </a:spcBef>
        <a:spcAft>
          <a:spcPct val="0"/>
        </a:spcAft>
        <a:defRPr sz="2400" b="1">
          <a:solidFill>
            <a:schemeClr val="tx2"/>
          </a:solidFill>
          <a:latin typeface="+mj-lt"/>
          <a:ea typeface="+mj-ea"/>
          <a:cs typeface="+mj-cs"/>
        </a:defRPr>
      </a:lvl1pPr>
      <a:lvl2pPr algn="l" defTabSz="958850" rtl="0" eaLnBrk="0" fontAlgn="base" hangingPunct="0">
        <a:spcBef>
          <a:spcPct val="0"/>
        </a:spcBef>
        <a:spcAft>
          <a:spcPct val="0"/>
        </a:spcAft>
        <a:defRPr sz="2400" b="1">
          <a:solidFill>
            <a:schemeClr val="tx2"/>
          </a:solidFill>
          <a:latin typeface="Arial" charset="0"/>
        </a:defRPr>
      </a:lvl2pPr>
      <a:lvl3pPr algn="l" defTabSz="958850" rtl="0" eaLnBrk="0" fontAlgn="base" hangingPunct="0">
        <a:spcBef>
          <a:spcPct val="0"/>
        </a:spcBef>
        <a:spcAft>
          <a:spcPct val="0"/>
        </a:spcAft>
        <a:defRPr sz="2400" b="1">
          <a:solidFill>
            <a:schemeClr val="tx2"/>
          </a:solidFill>
          <a:latin typeface="Arial" charset="0"/>
        </a:defRPr>
      </a:lvl3pPr>
      <a:lvl4pPr algn="l" defTabSz="958850" rtl="0" eaLnBrk="0" fontAlgn="base" hangingPunct="0">
        <a:spcBef>
          <a:spcPct val="0"/>
        </a:spcBef>
        <a:spcAft>
          <a:spcPct val="0"/>
        </a:spcAft>
        <a:defRPr sz="2400" b="1">
          <a:solidFill>
            <a:schemeClr val="tx2"/>
          </a:solidFill>
          <a:latin typeface="Arial" charset="0"/>
        </a:defRPr>
      </a:lvl4pPr>
      <a:lvl5pPr algn="l" defTabSz="958850" rtl="0" eaLnBrk="0" fontAlgn="base" hangingPunct="0">
        <a:spcBef>
          <a:spcPct val="0"/>
        </a:spcBef>
        <a:spcAft>
          <a:spcPct val="0"/>
        </a:spcAft>
        <a:defRPr sz="2400" b="1">
          <a:solidFill>
            <a:schemeClr val="tx2"/>
          </a:solidFill>
          <a:latin typeface="Arial" charset="0"/>
        </a:defRPr>
      </a:lvl5pPr>
      <a:lvl6pPr marL="457200" algn="l" defTabSz="958850" rtl="0" fontAlgn="base">
        <a:spcBef>
          <a:spcPct val="0"/>
        </a:spcBef>
        <a:spcAft>
          <a:spcPct val="0"/>
        </a:spcAft>
        <a:defRPr sz="2400" b="1">
          <a:solidFill>
            <a:schemeClr val="tx2"/>
          </a:solidFill>
          <a:latin typeface="Arial" charset="0"/>
        </a:defRPr>
      </a:lvl6pPr>
      <a:lvl7pPr marL="914400" algn="l" defTabSz="958850" rtl="0" fontAlgn="base">
        <a:spcBef>
          <a:spcPct val="0"/>
        </a:spcBef>
        <a:spcAft>
          <a:spcPct val="0"/>
        </a:spcAft>
        <a:defRPr sz="2400" b="1">
          <a:solidFill>
            <a:schemeClr val="tx2"/>
          </a:solidFill>
          <a:latin typeface="Arial" charset="0"/>
        </a:defRPr>
      </a:lvl7pPr>
      <a:lvl8pPr marL="1371600" algn="l" defTabSz="958850" rtl="0" fontAlgn="base">
        <a:spcBef>
          <a:spcPct val="0"/>
        </a:spcBef>
        <a:spcAft>
          <a:spcPct val="0"/>
        </a:spcAft>
        <a:defRPr sz="2400" b="1">
          <a:solidFill>
            <a:schemeClr val="tx2"/>
          </a:solidFill>
          <a:latin typeface="Arial" charset="0"/>
        </a:defRPr>
      </a:lvl8pPr>
      <a:lvl9pPr marL="1828800" algn="l" defTabSz="958850" rtl="0" fontAlgn="base">
        <a:spcBef>
          <a:spcPct val="0"/>
        </a:spcBef>
        <a:spcAft>
          <a:spcPct val="0"/>
        </a:spcAft>
        <a:defRPr sz="2400" b="1">
          <a:solidFill>
            <a:schemeClr val="tx2"/>
          </a:solidFill>
          <a:latin typeface="Arial" charset="0"/>
        </a:defRPr>
      </a:lvl9pPr>
    </p:titleStyle>
    <p:bodyStyle>
      <a:lvl1pPr marL="342900" indent="-342900" algn="l" defTabSz="958850" rtl="0" eaLnBrk="0" fontAlgn="base" hangingPunct="0">
        <a:spcBef>
          <a:spcPct val="0"/>
        </a:spcBef>
        <a:spcAft>
          <a:spcPct val="25000"/>
        </a:spcAft>
        <a:defRPr>
          <a:solidFill>
            <a:schemeClr val="tx1"/>
          </a:solidFill>
          <a:latin typeface="+mn-lt"/>
          <a:ea typeface="+mn-ea"/>
          <a:cs typeface="+mn-cs"/>
        </a:defRPr>
      </a:lvl1pPr>
      <a:lvl2pPr marL="190500" indent="-188913" algn="l" defTabSz="958850" rtl="0" eaLnBrk="0" fontAlgn="base" hangingPunct="0">
        <a:spcBef>
          <a:spcPct val="0"/>
        </a:spcBef>
        <a:spcAft>
          <a:spcPct val="25000"/>
        </a:spcAft>
        <a:buChar char="•"/>
        <a:defRPr>
          <a:solidFill>
            <a:schemeClr val="tx1"/>
          </a:solidFill>
          <a:latin typeface="+mn-lt"/>
        </a:defRPr>
      </a:lvl2pPr>
      <a:lvl3pPr marL="381000" indent="-188913" algn="l" defTabSz="958850" rtl="0" eaLnBrk="0" fontAlgn="base" hangingPunct="0">
        <a:spcBef>
          <a:spcPct val="0"/>
        </a:spcBef>
        <a:spcAft>
          <a:spcPct val="25000"/>
        </a:spcAft>
        <a:buChar char="•"/>
        <a:defRPr>
          <a:solidFill>
            <a:schemeClr val="tx1"/>
          </a:solidFill>
          <a:latin typeface="+mn-lt"/>
        </a:defRPr>
      </a:lvl3pPr>
      <a:lvl4pPr marL="571500" indent="-187325" algn="l" defTabSz="958850" rtl="0" eaLnBrk="0" fontAlgn="base" hangingPunct="0">
        <a:spcBef>
          <a:spcPct val="0"/>
        </a:spcBef>
        <a:spcAft>
          <a:spcPct val="25000"/>
        </a:spcAft>
        <a:buChar char="•"/>
        <a:defRPr>
          <a:solidFill>
            <a:schemeClr val="tx1"/>
          </a:solidFill>
          <a:latin typeface="+mn-lt"/>
        </a:defRPr>
      </a:lvl4pPr>
      <a:lvl5pPr marL="762000" indent="-188913" algn="l" defTabSz="958850" rtl="0" eaLnBrk="0" fontAlgn="base" hangingPunct="0">
        <a:spcBef>
          <a:spcPct val="0"/>
        </a:spcBef>
        <a:spcAft>
          <a:spcPct val="25000"/>
        </a:spcAft>
        <a:buChar char="•"/>
        <a:defRPr>
          <a:solidFill>
            <a:schemeClr val="tx1"/>
          </a:solidFill>
          <a:latin typeface="+mn-lt"/>
        </a:defRPr>
      </a:lvl5pPr>
      <a:lvl6pPr marL="1219200" indent="-188913" algn="l" defTabSz="958850" rtl="0" fontAlgn="base">
        <a:spcBef>
          <a:spcPct val="0"/>
        </a:spcBef>
        <a:spcAft>
          <a:spcPct val="25000"/>
        </a:spcAft>
        <a:buChar char="•"/>
        <a:defRPr>
          <a:solidFill>
            <a:schemeClr val="tx1"/>
          </a:solidFill>
          <a:latin typeface="+mn-lt"/>
        </a:defRPr>
      </a:lvl6pPr>
      <a:lvl7pPr marL="1676400" indent="-188913" algn="l" defTabSz="958850" rtl="0" fontAlgn="base">
        <a:spcBef>
          <a:spcPct val="0"/>
        </a:spcBef>
        <a:spcAft>
          <a:spcPct val="25000"/>
        </a:spcAft>
        <a:buChar char="•"/>
        <a:defRPr>
          <a:solidFill>
            <a:schemeClr val="tx1"/>
          </a:solidFill>
          <a:latin typeface="+mn-lt"/>
        </a:defRPr>
      </a:lvl7pPr>
      <a:lvl8pPr marL="2133600" indent="-188913" algn="l" defTabSz="958850" rtl="0" fontAlgn="base">
        <a:spcBef>
          <a:spcPct val="0"/>
        </a:spcBef>
        <a:spcAft>
          <a:spcPct val="25000"/>
        </a:spcAft>
        <a:buChar char="•"/>
        <a:defRPr>
          <a:solidFill>
            <a:schemeClr val="tx1"/>
          </a:solidFill>
          <a:latin typeface="+mn-lt"/>
        </a:defRPr>
      </a:lvl8pPr>
      <a:lvl9pPr marL="2590800" indent="-188913" algn="l" defTabSz="958850" rtl="0" fontAlgn="base">
        <a:spcBef>
          <a:spcPct val="0"/>
        </a:spcBef>
        <a:spcAft>
          <a:spcPct val="25000"/>
        </a:spcAft>
        <a:buChar char="•"/>
        <a:defRPr>
          <a:solidFill>
            <a:schemeClr val="tx1"/>
          </a:solidFill>
          <a:latin typeface="+mn-lt"/>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fGMSzSumex4"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KLabel"/>
          <p:cNvSpPr>
            <a:spLocks noChangeArrowheads="1"/>
          </p:cNvSpPr>
          <p:nvPr/>
        </p:nvSpPr>
        <p:spPr bwMode="auto">
          <a:xfrm>
            <a:off x="27806" y="2420137"/>
            <a:ext cx="9144000" cy="1809649"/>
          </a:xfrm>
          <a:prstGeom prst="rect">
            <a:avLst/>
          </a:prstGeom>
          <a:gradFill>
            <a:gsLst>
              <a:gs pos="14000">
                <a:schemeClr val="tx1">
                  <a:lumMod val="50000"/>
                  <a:lumOff val="50000"/>
                </a:schemeClr>
              </a:gs>
              <a:gs pos="0">
                <a:schemeClr val="bg1">
                  <a:lumMod val="95000"/>
                  <a:alpha val="0"/>
                </a:schemeClr>
              </a:gs>
              <a:gs pos="81000">
                <a:schemeClr val="tx1">
                  <a:lumMod val="50000"/>
                  <a:lumOff val="50000"/>
                </a:schemeClr>
              </a:gs>
              <a:gs pos="100000">
                <a:schemeClr val="bg1">
                  <a:lumMod val="95000"/>
                  <a:alpha val="0"/>
                </a:schemeClr>
              </a:gs>
            </a:gsLst>
            <a:lin ang="0" scaled="0"/>
          </a:gradFill>
          <a:ln>
            <a:noFill/>
          </a:ln>
          <a:effectLst/>
        </p:spPr>
        <p:txBody>
          <a:bodyPr wrap="none" lIns="0" tIns="0" rIns="0" bIns="0" anchor="ctr"/>
          <a:lstStyle/>
          <a:p>
            <a:pPr algn="ctr" eaLnBrk="0" hangingPunct="0">
              <a:lnSpc>
                <a:spcPts val="3400"/>
              </a:lnSpc>
            </a:pPr>
            <a:r>
              <a:rPr lang="es-MX" sz="3200" b="1" dirty="0">
                <a:solidFill>
                  <a:schemeClr val="bg1"/>
                </a:solidFill>
                <a:latin typeface="Arial" panose="020B0604020202020204" pitchFamily="34" charset="0"/>
                <a:cs typeface="Arial" panose="020B0604020202020204" pitchFamily="34" charset="0"/>
              </a:rPr>
              <a:t>Estrategias Industriales</a:t>
            </a:r>
          </a:p>
          <a:p>
            <a:pPr algn="ctr" eaLnBrk="0" hangingPunct="0">
              <a:lnSpc>
                <a:spcPts val="3400"/>
              </a:lnSpc>
            </a:pPr>
            <a:endParaRPr lang="es-MX" sz="3200" b="1" dirty="0">
              <a:solidFill>
                <a:schemeClr val="bg1"/>
              </a:solidFill>
              <a:latin typeface="Arial" panose="020B0604020202020204" pitchFamily="34" charset="0"/>
              <a:cs typeface="Arial" panose="020B0604020202020204" pitchFamily="34" charset="0"/>
            </a:endParaRPr>
          </a:p>
          <a:p>
            <a:pPr algn="ctr" eaLnBrk="0" hangingPunct="0">
              <a:lnSpc>
                <a:spcPts val="3400"/>
              </a:lnSpc>
            </a:pPr>
            <a:r>
              <a:rPr lang="es-MX" sz="3200" b="1" dirty="0">
                <a:solidFill>
                  <a:schemeClr val="bg1"/>
                </a:solidFill>
                <a:latin typeface="Arial" panose="020B0604020202020204" pitchFamily="34" charset="0"/>
                <a:cs typeface="Arial" panose="020B0604020202020204" pitchFamily="34" charset="0"/>
              </a:rPr>
              <a:t> miércoles 17:00 hrs.</a:t>
            </a:r>
          </a:p>
        </p:txBody>
      </p:sp>
      <p:sp>
        <p:nvSpPr>
          <p:cNvPr id="11" name="2 Subtítulo"/>
          <p:cNvSpPr txBox="1">
            <a:spLocks/>
          </p:cNvSpPr>
          <p:nvPr/>
        </p:nvSpPr>
        <p:spPr>
          <a:xfrm>
            <a:off x="-17815" y="5662315"/>
            <a:ext cx="2519363" cy="935037"/>
          </a:xfrm>
          <a:prstGeom prst="rect">
            <a:avLst/>
          </a:prstGeom>
        </p:spPr>
        <p:txBody>
          <a:bodyPr/>
          <a:lstStyle>
            <a:lvl1pPr marL="342900" indent="-342900" algn="l" defTabSz="958850" rtl="0" eaLnBrk="0" fontAlgn="base" hangingPunct="0">
              <a:spcBef>
                <a:spcPct val="0"/>
              </a:spcBef>
              <a:spcAft>
                <a:spcPct val="25000"/>
              </a:spcAft>
              <a:defRPr>
                <a:solidFill>
                  <a:schemeClr val="tx1"/>
                </a:solidFill>
                <a:latin typeface="+mn-lt"/>
                <a:ea typeface="+mn-ea"/>
                <a:cs typeface="+mn-cs"/>
              </a:defRPr>
            </a:lvl1pPr>
            <a:lvl2pPr marL="190500" indent="-188913" algn="l" defTabSz="958850" rtl="0" eaLnBrk="0" fontAlgn="base" hangingPunct="0">
              <a:spcBef>
                <a:spcPct val="0"/>
              </a:spcBef>
              <a:spcAft>
                <a:spcPct val="25000"/>
              </a:spcAft>
              <a:buChar char="•"/>
              <a:defRPr>
                <a:solidFill>
                  <a:schemeClr val="tx1"/>
                </a:solidFill>
                <a:latin typeface="+mn-lt"/>
              </a:defRPr>
            </a:lvl2pPr>
            <a:lvl3pPr marL="381000" indent="-188913" algn="l" defTabSz="958850" rtl="0" eaLnBrk="0" fontAlgn="base" hangingPunct="0">
              <a:spcBef>
                <a:spcPct val="0"/>
              </a:spcBef>
              <a:spcAft>
                <a:spcPct val="25000"/>
              </a:spcAft>
              <a:buChar char="•"/>
              <a:defRPr>
                <a:solidFill>
                  <a:schemeClr val="tx1"/>
                </a:solidFill>
                <a:latin typeface="+mn-lt"/>
              </a:defRPr>
            </a:lvl3pPr>
            <a:lvl4pPr marL="571500" indent="-187325" algn="l" defTabSz="958850" rtl="0" eaLnBrk="0" fontAlgn="base" hangingPunct="0">
              <a:spcBef>
                <a:spcPct val="0"/>
              </a:spcBef>
              <a:spcAft>
                <a:spcPct val="25000"/>
              </a:spcAft>
              <a:buChar char="•"/>
              <a:defRPr>
                <a:solidFill>
                  <a:schemeClr val="tx1"/>
                </a:solidFill>
                <a:latin typeface="+mn-lt"/>
              </a:defRPr>
            </a:lvl4pPr>
            <a:lvl5pPr marL="762000" indent="-188913" algn="l" defTabSz="958850" rtl="0" eaLnBrk="0" fontAlgn="base" hangingPunct="0">
              <a:spcBef>
                <a:spcPct val="0"/>
              </a:spcBef>
              <a:spcAft>
                <a:spcPct val="25000"/>
              </a:spcAft>
              <a:buChar char="•"/>
              <a:defRPr>
                <a:solidFill>
                  <a:schemeClr val="tx1"/>
                </a:solidFill>
                <a:latin typeface="+mn-lt"/>
              </a:defRPr>
            </a:lvl5pPr>
            <a:lvl6pPr marL="1219200" indent="-188913" algn="l" defTabSz="958850" rtl="0" fontAlgn="base">
              <a:spcBef>
                <a:spcPct val="0"/>
              </a:spcBef>
              <a:spcAft>
                <a:spcPct val="25000"/>
              </a:spcAft>
              <a:buChar char="•"/>
              <a:defRPr>
                <a:solidFill>
                  <a:schemeClr val="tx1"/>
                </a:solidFill>
                <a:latin typeface="+mn-lt"/>
              </a:defRPr>
            </a:lvl6pPr>
            <a:lvl7pPr marL="1676400" indent="-188913" algn="l" defTabSz="958850" rtl="0" fontAlgn="base">
              <a:spcBef>
                <a:spcPct val="0"/>
              </a:spcBef>
              <a:spcAft>
                <a:spcPct val="25000"/>
              </a:spcAft>
              <a:buChar char="•"/>
              <a:defRPr>
                <a:solidFill>
                  <a:schemeClr val="tx1"/>
                </a:solidFill>
                <a:latin typeface="+mn-lt"/>
              </a:defRPr>
            </a:lvl7pPr>
            <a:lvl8pPr marL="2133600" indent="-188913" algn="l" defTabSz="958850" rtl="0" fontAlgn="base">
              <a:spcBef>
                <a:spcPct val="0"/>
              </a:spcBef>
              <a:spcAft>
                <a:spcPct val="25000"/>
              </a:spcAft>
              <a:buChar char="•"/>
              <a:defRPr>
                <a:solidFill>
                  <a:schemeClr val="tx1"/>
                </a:solidFill>
                <a:latin typeface="+mn-lt"/>
              </a:defRPr>
            </a:lvl8pPr>
            <a:lvl9pPr marL="2590800" indent="-188913" algn="l" defTabSz="958850" rtl="0" fontAlgn="base">
              <a:spcBef>
                <a:spcPct val="0"/>
              </a:spcBef>
              <a:spcAft>
                <a:spcPct val="25000"/>
              </a:spcAft>
              <a:buChar char="•"/>
              <a:defRPr>
                <a:solidFill>
                  <a:schemeClr val="tx1"/>
                </a:solidFill>
                <a:latin typeface="+mn-lt"/>
              </a:defRPr>
            </a:lvl9pPr>
          </a:lstStyle>
          <a:p>
            <a:pPr algn="r" eaLnBrk="1" hangingPunct="1"/>
            <a:r>
              <a:rPr lang="es-MX" sz="1200" dirty="0">
                <a:solidFill>
                  <a:srgbClr val="818A86"/>
                </a:solidFill>
                <a:cs typeface="Arial" charset="0"/>
              </a:rPr>
              <a:t>Doctorado en Planeación Estratégica y Dirección de Tecnología.</a:t>
            </a:r>
          </a:p>
        </p:txBody>
      </p:sp>
      <p:sp>
        <p:nvSpPr>
          <p:cNvPr id="7" name="CuadroTexto 6">
            <a:extLst>
              <a:ext uri="{FF2B5EF4-FFF2-40B4-BE49-F238E27FC236}">
                <a16:creationId xmlns:a16="http://schemas.microsoft.com/office/drawing/2014/main" id="{BBBC4633-18ED-4ED1-B758-7474A06ACCA9}"/>
              </a:ext>
            </a:extLst>
          </p:cNvPr>
          <p:cNvSpPr txBox="1"/>
          <p:nvPr/>
        </p:nvSpPr>
        <p:spPr>
          <a:xfrm>
            <a:off x="3419872" y="5589240"/>
            <a:ext cx="5435580" cy="416011"/>
          </a:xfrm>
          <a:prstGeom prst="rect">
            <a:avLst/>
          </a:prstGeom>
          <a:noFill/>
        </p:spPr>
        <p:txBody>
          <a:bodyPr wrap="square" rtlCol="0">
            <a:spAutoFit/>
          </a:bodyPr>
          <a:lstStyle/>
          <a:p>
            <a:pPr algn="r">
              <a:lnSpc>
                <a:spcPct val="150000"/>
              </a:lnSpc>
              <a:defRPr/>
            </a:pPr>
            <a:r>
              <a:rPr lang="es-MX" sz="1600" dirty="0">
                <a:latin typeface="+mn-lt"/>
                <a:cs typeface="Arial" charset="0"/>
              </a:rPr>
              <a:t>Presenta:  Dr. J. Luis Hernández Martínez</a:t>
            </a:r>
          </a:p>
        </p:txBody>
      </p:sp>
    </p:spTree>
    <p:extLst>
      <p:ext uri="{BB962C8B-B14F-4D97-AF65-F5344CB8AC3E}">
        <p14:creationId xmlns:p14="http://schemas.microsoft.com/office/powerpoint/2010/main" val="2943594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30DD7-52B2-FD89-27A5-C17E1FEBB5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FB869C-A385-AB5B-94FA-0E57EB88DE68}"/>
              </a:ext>
            </a:extLst>
          </p:cNvPr>
          <p:cNvSpPr>
            <a:spLocks noGrp="1"/>
          </p:cNvSpPr>
          <p:nvPr>
            <p:ph type="ctrTitle"/>
          </p:nvPr>
        </p:nvSpPr>
        <p:spPr>
          <a:xfrm>
            <a:off x="1143000" y="1322230"/>
            <a:ext cx="6858000" cy="526298"/>
          </a:xfrm>
        </p:spPr>
        <p:txBody>
          <a:bodyPr/>
          <a:lstStyle/>
          <a:p>
            <a:pPr algn="ctr"/>
            <a:r>
              <a:rPr lang="es-MX" sz="4000" dirty="0"/>
              <a:t>Agenda</a:t>
            </a:r>
          </a:p>
        </p:txBody>
      </p:sp>
      <p:sp>
        <p:nvSpPr>
          <p:cNvPr id="3" name="Subtítulo 2">
            <a:extLst>
              <a:ext uri="{FF2B5EF4-FFF2-40B4-BE49-F238E27FC236}">
                <a16:creationId xmlns:a16="http://schemas.microsoft.com/office/drawing/2014/main" id="{2B0C526D-062B-C5FB-8A3D-BD6E26D43C34}"/>
              </a:ext>
            </a:extLst>
          </p:cNvPr>
          <p:cNvSpPr>
            <a:spLocks noGrp="1"/>
          </p:cNvSpPr>
          <p:nvPr>
            <p:ph type="subTitle" idx="1"/>
          </p:nvPr>
        </p:nvSpPr>
        <p:spPr>
          <a:xfrm>
            <a:off x="1143000" y="2070033"/>
            <a:ext cx="6858000" cy="2860453"/>
          </a:xfrm>
        </p:spPr>
        <p:txBody>
          <a:bodyPr/>
          <a:lstStyle/>
          <a:p>
            <a:r>
              <a:rPr lang="es-MX" b="1" dirty="0">
                <a:solidFill>
                  <a:schemeClr val="accent1">
                    <a:lumMod val="50000"/>
                  </a:schemeClr>
                </a:solidFill>
              </a:rPr>
              <a:t>Bienvenida	</a:t>
            </a:r>
          </a:p>
          <a:p>
            <a:r>
              <a:rPr lang="es-MX" b="1" dirty="0">
                <a:solidFill>
                  <a:schemeClr val="accent1">
                    <a:lumMod val="50000"/>
                  </a:schemeClr>
                </a:solidFill>
              </a:rPr>
              <a:t>Tus profesores</a:t>
            </a:r>
          </a:p>
          <a:p>
            <a:r>
              <a:rPr lang="es-MX" b="1" dirty="0">
                <a:solidFill>
                  <a:schemeClr val="accent1">
                    <a:lumMod val="50000"/>
                  </a:schemeClr>
                </a:solidFill>
              </a:rPr>
              <a:t>Introducción a la materia</a:t>
            </a:r>
          </a:p>
          <a:p>
            <a:r>
              <a:rPr lang="es-MX" b="1" dirty="0">
                <a:solidFill>
                  <a:schemeClr val="accent1">
                    <a:lumMod val="50000"/>
                  </a:schemeClr>
                </a:solidFill>
              </a:rPr>
              <a:t>Temario</a:t>
            </a:r>
          </a:p>
          <a:p>
            <a:r>
              <a:rPr lang="es-MX" b="1" dirty="0">
                <a:solidFill>
                  <a:schemeClr val="accent1">
                    <a:lumMod val="50000"/>
                  </a:schemeClr>
                </a:solidFill>
              </a:rPr>
              <a:t>Políticas de la materia</a:t>
            </a:r>
          </a:p>
          <a:p>
            <a:r>
              <a:rPr lang="es-MX" b="1" dirty="0">
                <a:solidFill>
                  <a:schemeClr val="accent1">
                    <a:lumMod val="50000"/>
                  </a:schemeClr>
                </a:solidFill>
              </a:rPr>
              <a:t>Criterios de evaluación</a:t>
            </a:r>
          </a:p>
          <a:p>
            <a:pPr marL="0" indent="0"/>
            <a:endParaRPr lang="es-MX" b="1" dirty="0">
              <a:solidFill>
                <a:schemeClr val="accent1">
                  <a:lumMod val="50000"/>
                </a:schemeClr>
              </a:solidFill>
            </a:endParaRPr>
          </a:p>
        </p:txBody>
      </p:sp>
    </p:spTree>
    <p:extLst>
      <p:ext uri="{BB962C8B-B14F-4D97-AF65-F5344CB8AC3E}">
        <p14:creationId xmlns:p14="http://schemas.microsoft.com/office/powerpoint/2010/main" val="1724129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F9CB5-3208-FD2F-356C-0714DD9B6C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DB9E6DA-B9AE-D258-7495-0B27843BC0F9}"/>
              </a:ext>
            </a:extLst>
          </p:cNvPr>
          <p:cNvSpPr>
            <a:spLocks noGrp="1"/>
          </p:cNvSpPr>
          <p:nvPr>
            <p:ph type="ctrTitle"/>
          </p:nvPr>
        </p:nvSpPr>
        <p:spPr>
          <a:xfrm>
            <a:off x="1143000" y="1322230"/>
            <a:ext cx="6858000" cy="526298"/>
          </a:xfrm>
        </p:spPr>
        <p:txBody>
          <a:bodyPr/>
          <a:lstStyle/>
          <a:p>
            <a:pPr algn="ctr"/>
            <a:r>
              <a:rPr lang="es-MX" sz="4000" dirty="0"/>
              <a:t>Bienvenida</a:t>
            </a:r>
          </a:p>
        </p:txBody>
      </p:sp>
      <p:sp>
        <p:nvSpPr>
          <p:cNvPr id="3" name="Subtítulo 2">
            <a:extLst>
              <a:ext uri="{FF2B5EF4-FFF2-40B4-BE49-F238E27FC236}">
                <a16:creationId xmlns:a16="http://schemas.microsoft.com/office/drawing/2014/main" id="{6DCDB58F-E9BD-DA91-3CA9-6A8EEECD52F8}"/>
              </a:ext>
            </a:extLst>
          </p:cNvPr>
          <p:cNvSpPr>
            <a:spLocks noGrp="1"/>
          </p:cNvSpPr>
          <p:nvPr>
            <p:ph type="subTitle" idx="1"/>
          </p:nvPr>
        </p:nvSpPr>
        <p:spPr>
          <a:xfrm>
            <a:off x="539552" y="2070033"/>
            <a:ext cx="8064896" cy="2860453"/>
          </a:xfrm>
        </p:spPr>
        <p:txBody>
          <a:bodyPr/>
          <a:lstStyle/>
          <a:p>
            <a:pPr marL="0" indent="0"/>
            <a:r>
              <a:rPr lang="es-MX" dirty="0">
                <a:solidFill>
                  <a:schemeClr val="accent1">
                    <a:lumMod val="50000"/>
                  </a:schemeClr>
                </a:solidFill>
              </a:rPr>
              <a:t>Estimados estudiantes sean bienvenidos/as a la asignatura  </a:t>
            </a:r>
            <a:r>
              <a:rPr lang="es-MX" i="1" u="sng" dirty="0">
                <a:solidFill>
                  <a:schemeClr val="accent1">
                    <a:lumMod val="50000"/>
                  </a:schemeClr>
                </a:solidFill>
              </a:rPr>
              <a:t>Estrategias Industriales</a:t>
            </a:r>
            <a:r>
              <a:rPr lang="es-MX" dirty="0">
                <a:solidFill>
                  <a:schemeClr val="accent1">
                    <a:lumMod val="50000"/>
                  </a:schemeClr>
                </a:solidFill>
              </a:rPr>
              <a:t>, nuestro compromiso es brindarte las herramientas y conocimientos necesarios para marcar la diferencia en nuestra sociedad. </a:t>
            </a:r>
          </a:p>
          <a:p>
            <a:pPr marL="0" indent="0"/>
            <a:r>
              <a:rPr lang="es-MX" dirty="0">
                <a:solidFill>
                  <a:schemeClr val="accent1">
                    <a:lumMod val="50000"/>
                  </a:schemeClr>
                </a:solidFill>
              </a:rPr>
              <a:t>¡Estamos seguros de que alcanzarás grandes logros!  </a:t>
            </a:r>
          </a:p>
          <a:p>
            <a:pPr marL="0" indent="0"/>
            <a:endParaRPr lang="es-MX" dirty="0">
              <a:solidFill>
                <a:schemeClr val="accent1">
                  <a:lumMod val="50000"/>
                </a:schemeClr>
              </a:solidFill>
            </a:endParaRPr>
          </a:p>
          <a:p>
            <a:pPr marL="0" indent="0"/>
            <a:r>
              <a:rPr lang="es-MX" dirty="0">
                <a:solidFill>
                  <a:schemeClr val="accent1">
                    <a:lumMod val="50000"/>
                  </a:schemeClr>
                </a:solidFill>
              </a:rPr>
              <a:t>Dr. José</a:t>
            </a:r>
          </a:p>
        </p:txBody>
      </p:sp>
    </p:spTree>
    <p:extLst>
      <p:ext uri="{BB962C8B-B14F-4D97-AF65-F5344CB8AC3E}">
        <p14:creationId xmlns:p14="http://schemas.microsoft.com/office/powerpoint/2010/main" val="419510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3CC4-6710-454C-556F-E985728736B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E9A1CF-B2B5-D9B2-AAE0-A91FF62D3A86}"/>
              </a:ext>
            </a:extLst>
          </p:cNvPr>
          <p:cNvSpPr>
            <a:spLocks noGrp="1"/>
          </p:cNvSpPr>
          <p:nvPr>
            <p:ph type="ctrTitle"/>
          </p:nvPr>
        </p:nvSpPr>
        <p:spPr>
          <a:xfrm>
            <a:off x="1143000" y="1322230"/>
            <a:ext cx="6858000" cy="526298"/>
          </a:xfrm>
        </p:spPr>
        <p:txBody>
          <a:bodyPr/>
          <a:lstStyle/>
          <a:p>
            <a:pPr algn="ctr"/>
            <a:r>
              <a:rPr lang="es-MX" sz="4000" dirty="0"/>
              <a:t>Tus profesores</a:t>
            </a:r>
          </a:p>
        </p:txBody>
      </p:sp>
      <p:sp>
        <p:nvSpPr>
          <p:cNvPr id="3" name="Subtítulo 2">
            <a:extLst>
              <a:ext uri="{FF2B5EF4-FFF2-40B4-BE49-F238E27FC236}">
                <a16:creationId xmlns:a16="http://schemas.microsoft.com/office/drawing/2014/main" id="{A63E63A7-E5F1-7BEE-5036-2EDC8CF569DB}"/>
              </a:ext>
            </a:extLst>
          </p:cNvPr>
          <p:cNvSpPr>
            <a:spLocks noGrp="1"/>
          </p:cNvSpPr>
          <p:nvPr>
            <p:ph type="subTitle" idx="1"/>
          </p:nvPr>
        </p:nvSpPr>
        <p:spPr>
          <a:xfrm>
            <a:off x="467544" y="1848528"/>
            <a:ext cx="6336704" cy="4316776"/>
          </a:xfrm>
        </p:spPr>
        <p:txBody>
          <a:bodyPr>
            <a:noAutofit/>
          </a:bodyPr>
          <a:lstStyle/>
          <a:p>
            <a:pPr marL="0" indent="0"/>
            <a:r>
              <a:rPr lang="es-MX" sz="1350" b="1" dirty="0">
                <a:solidFill>
                  <a:schemeClr val="accent1">
                    <a:lumMod val="50000"/>
                  </a:schemeClr>
                </a:solidFill>
              </a:rPr>
              <a:t>Dr. José Luis Hernández Martínez</a:t>
            </a:r>
          </a:p>
          <a:p>
            <a:pPr marL="0" indent="0">
              <a:lnSpc>
                <a:spcPct val="100000"/>
              </a:lnSpc>
            </a:pPr>
            <a:r>
              <a:rPr lang="es-MX" sz="1275" dirty="0">
                <a:solidFill>
                  <a:schemeClr val="accent1">
                    <a:lumMod val="50000"/>
                  </a:schemeClr>
                </a:solidFill>
              </a:rPr>
              <a:t>Doctor en Planeación Estratégica y Dirección de Tecnología en la Universidad Popular Autónoma del Estado de Puebla, México con una estancia de investigación doctoral en la Universidad de Barcelona, España donde impartió el seminario de Emprendimiento Social Corporativo para el área de posgrados en el departamento de Economía y Empresas; estudió la Maestría en Administración de Negocios y es Ingeniero Industrial Administrador. Cuenta con diversos diplomados y certificaciones expedidas por la Universidad Federal Ural en Rusia, la Universidad Católica de Negocios en Ingolstadt, Alemania y la Universidad de Málaga en España. Con más de ocho años de experiencia en la Industria Automotriz, iniciando como </a:t>
            </a:r>
            <a:r>
              <a:rPr lang="es-MX" sz="1275" dirty="0" err="1">
                <a:solidFill>
                  <a:schemeClr val="accent1">
                    <a:lumMod val="50000"/>
                  </a:schemeClr>
                </a:solidFill>
              </a:rPr>
              <a:t>trainee</a:t>
            </a:r>
            <a:r>
              <a:rPr lang="es-MX" sz="1275" dirty="0">
                <a:solidFill>
                  <a:schemeClr val="accent1">
                    <a:lumMod val="50000"/>
                  </a:schemeClr>
                </a:solidFill>
              </a:rPr>
              <a:t> en Volkswagen México donde desarrolló las funciones de Ingeniero Industrial, Planeador de Producción y Especialista en el Sistema de Producción en el área de Construcción de Carrocerías logrando proyectos de alto impacto para la organización; colaboró en proyectos corporativos en Audi, Alemania y en SEAT, España. Se ha desarrollado como consultor Lean Enterprise en el Centro de Distribución Liverpool de Huehuetoca para implementar el sistema de producción y TPM en el área logística; es consultor certificado en MTM y participa como asesor investigador en el clúster automotriz zona centro sur. Actualmente es catedrático para licenciatura y posgrados en la Universidad Iberoamericana, Anáhuac e </a:t>
            </a:r>
            <a:r>
              <a:rPr lang="es-MX" sz="1275" dirty="0" err="1">
                <a:solidFill>
                  <a:schemeClr val="accent1">
                    <a:lumMod val="50000"/>
                  </a:schemeClr>
                </a:solidFill>
              </a:rPr>
              <a:t>InQba</a:t>
            </a:r>
            <a:r>
              <a:rPr lang="es-MX" sz="1275" dirty="0">
                <a:solidFill>
                  <a:schemeClr val="accent1">
                    <a:lumMod val="50000"/>
                  </a:schemeClr>
                </a:solidFill>
              </a:rPr>
              <a:t>.</a:t>
            </a:r>
            <a:endParaRPr lang="es-MX" sz="1350" dirty="0">
              <a:solidFill>
                <a:schemeClr val="accent1">
                  <a:lumMod val="50000"/>
                </a:schemeClr>
              </a:solidFill>
            </a:endParaRPr>
          </a:p>
        </p:txBody>
      </p:sp>
      <p:pic>
        <p:nvPicPr>
          <p:cNvPr id="5" name="Imagen 4" descr="Un hombre con un traje de color azul&#10;&#10;Descripción generada automáticamente con confianza media">
            <a:extLst>
              <a:ext uri="{FF2B5EF4-FFF2-40B4-BE49-F238E27FC236}">
                <a16:creationId xmlns:a16="http://schemas.microsoft.com/office/drawing/2014/main" id="{C03DD14C-42C5-9985-A1ED-4120836FA2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76658" y="1585379"/>
            <a:ext cx="2553203" cy="3829804"/>
          </a:xfrm>
          <a:prstGeom prst="rect">
            <a:avLst/>
          </a:prstGeom>
        </p:spPr>
      </p:pic>
    </p:spTree>
    <p:extLst>
      <p:ext uri="{BB962C8B-B14F-4D97-AF65-F5344CB8AC3E}">
        <p14:creationId xmlns:p14="http://schemas.microsoft.com/office/powerpoint/2010/main" val="1873207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8B300A-1CFC-0807-E83A-48D6E1F581CE}"/>
              </a:ext>
            </a:extLst>
          </p:cNvPr>
          <p:cNvSpPr txBox="1">
            <a:spLocks/>
          </p:cNvSpPr>
          <p:nvPr/>
        </p:nvSpPr>
        <p:spPr>
          <a:xfrm>
            <a:off x="1143000" y="1322230"/>
            <a:ext cx="6858000" cy="526298"/>
          </a:xfrm>
          <a:prstGeom prst="rect">
            <a:avLst/>
          </a:prstGeom>
        </p:spPr>
        <p:txBody>
          <a:bodyPr/>
          <a:lstStyle>
            <a:lvl1pPr algn="l" defTabSz="914400" rtl="0" eaLnBrk="1" latinLnBrk="0" hangingPunct="1">
              <a:lnSpc>
                <a:spcPct val="90000"/>
              </a:lnSpc>
              <a:spcBef>
                <a:spcPct val="0"/>
              </a:spcBef>
              <a:buNone/>
              <a:defRPr lang="es-MX" sz="5400" b="1" kern="1200">
                <a:solidFill>
                  <a:srgbClr val="FF5900"/>
                </a:solidFill>
                <a:latin typeface="Zilla Slab" pitchFamily="2" charset="0"/>
                <a:ea typeface="+mj-ea"/>
                <a:cs typeface="+mn-cs"/>
              </a:defRPr>
            </a:lvl1pPr>
          </a:lstStyle>
          <a:p>
            <a:pPr algn="ctr"/>
            <a:r>
              <a:rPr lang="es-MX" sz="4000" dirty="0">
                <a:solidFill>
                  <a:srgbClr val="002060"/>
                </a:solidFill>
                <a:latin typeface="+mj-lt"/>
              </a:rPr>
              <a:t>Presentación</a:t>
            </a:r>
          </a:p>
        </p:txBody>
      </p:sp>
      <p:sp>
        <p:nvSpPr>
          <p:cNvPr id="4" name="Subtítulo 3">
            <a:extLst>
              <a:ext uri="{FF2B5EF4-FFF2-40B4-BE49-F238E27FC236}">
                <a16:creationId xmlns:a16="http://schemas.microsoft.com/office/drawing/2014/main" id="{C78CFC8F-5FEB-DF02-1790-0531AD805B7B}"/>
              </a:ext>
            </a:extLst>
          </p:cNvPr>
          <p:cNvSpPr>
            <a:spLocks noGrp="1"/>
          </p:cNvSpPr>
          <p:nvPr>
            <p:ph type="subTitle" idx="1"/>
          </p:nvPr>
        </p:nvSpPr>
        <p:spPr>
          <a:xfrm>
            <a:off x="683568" y="2568141"/>
            <a:ext cx="7848872" cy="2593823"/>
          </a:xfrm>
        </p:spPr>
        <p:txBody>
          <a:bodyPr/>
          <a:lstStyle/>
          <a:p>
            <a:pPr>
              <a:buFont typeface="Arial" panose="020B0604020202020204" pitchFamily="34" charset="0"/>
              <a:buChar char="•"/>
            </a:pPr>
            <a:r>
              <a:rPr lang="es-MX" dirty="0">
                <a:solidFill>
                  <a:schemeClr val="accent1">
                    <a:lumMod val="50000"/>
                  </a:schemeClr>
                </a:solidFill>
              </a:rPr>
              <a:t>Nombre completo y cómo prefieres que te digan</a:t>
            </a:r>
          </a:p>
          <a:p>
            <a:pPr>
              <a:buFont typeface="Arial" panose="020B0604020202020204" pitchFamily="34" charset="0"/>
              <a:buChar char="•"/>
            </a:pPr>
            <a:r>
              <a:rPr lang="es-MX" dirty="0">
                <a:solidFill>
                  <a:schemeClr val="accent1">
                    <a:lumMod val="50000"/>
                  </a:schemeClr>
                </a:solidFill>
              </a:rPr>
              <a:t>Qué ingeniería estudias</a:t>
            </a:r>
          </a:p>
          <a:p>
            <a:pPr>
              <a:buFont typeface="Arial" panose="020B0604020202020204" pitchFamily="34" charset="0"/>
              <a:buChar char="•"/>
            </a:pPr>
            <a:r>
              <a:rPr lang="es-MX" dirty="0">
                <a:solidFill>
                  <a:schemeClr val="accent1">
                    <a:lumMod val="50000"/>
                  </a:schemeClr>
                </a:solidFill>
              </a:rPr>
              <a:t>Pasatiempo</a:t>
            </a:r>
          </a:p>
          <a:p>
            <a:pPr>
              <a:buFont typeface="Arial" panose="020B0604020202020204" pitchFamily="34" charset="0"/>
              <a:buChar char="•"/>
            </a:pPr>
            <a:r>
              <a:rPr lang="es-MX" dirty="0">
                <a:solidFill>
                  <a:schemeClr val="accent1">
                    <a:lumMod val="50000"/>
                  </a:schemeClr>
                </a:solidFill>
              </a:rPr>
              <a:t>Lugar de residencia</a:t>
            </a:r>
          </a:p>
          <a:p>
            <a:pPr>
              <a:buFont typeface="Arial" panose="020B0604020202020204" pitchFamily="34" charset="0"/>
              <a:buChar char="•"/>
            </a:pPr>
            <a:r>
              <a:rPr lang="es-MX" dirty="0">
                <a:solidFill>
                  <a:schemeClr val="accent1">
                    <a:lumMod val="50000"/>
                  </a:schemeClr>
                </a:solidFill>
              </a:rPr>
              <a:t>Compromiso en la clase</a:t>
            </a:r>
          </a:p>
          <a:p>
            <a:pPr>
              <a:buFont typeface="Arial" panose="020B0604020202020204" pitchFamily="34" charset="0"/>
              <a:buChar char="•"/>
            </a:pPr>
            <a:r>
              <a:rPr lang="es-MX" dirty="0">
                <a:solidFill>
                  <a:schemeClr val="accent1">
                    <a:lumMod val="50000"/>
                  </a:schemeClr>
                </a:solidFill>
              </a:rPr>
              <a:t>Reflexión. Identifica un problema y plantea una solución desde tu perspectiva profesional / personal.</a:t>
            </a:r>
          </a:p>
          <a:p>
            <a:pPr>
              <a:buFont typeface="Arial" panose="020B0604020202020204" pitchFamily="34" charset="0"/>
              <a:buChar char="•"/>
            </a:pPr>
            <a:endParaRPr lang="es-MX" dirty="0">
              <a:solidFill>
                <a:schemeClr val="accent1">
                  <a:lumMod val="50000"/>
                </a:schemeClr>
              </a:solidFill>
            </a:endParaRPr>
          </a:p>
        </p:txBody>
      </p:sp>
      <p:sp>
        <p:nvSpPr>
          <p:cNvPr id="5" name="CuadroTexto 4">
            <a:extLst>
              <a:ext uri="{FF2B5EF4-FFF2-40B4-BE49-F238E27FC236}">
                <a16:creationId xmlns:a16="http://schemas.microsoft.com/office/drawing/2014/main" id="{F617D8F0-3321-9ECF-EB8D-15BDC4DAED4A}"/>
              </a:ext>
            </a:extLst>
          </p:cNvPr>
          <p:cNvSpPr txBox="1"/>
          <p:nvPr/>
        </p:nvSpPr>
        <p:spPr>
          <a:xfrm>
            <a:off x="1243324" y="2035210"/>
            <a:ext cx="6180683" cy="369332"/>
          </a:xfrm>
          <a:prstGeom prst="rect">
            <a:avLst/>
          </a:prstGeom>
          <a:noFill/>
        </p:spPr>
        <p:txBody>
          <a:bodyPr wrap="square" rtlCol="0">
            <a:spAutoFit/>
          </a:bodyPr>
          <a:lstStyle/>
          <a:p>
            <a:r>
              <a:rPr lang="es-MX" sz="1800" dirty="0">
                <a:hlinkClick r:id="rId2"/>
              </a:rPr>
              <a:t>UNESCO – La nueva normalidad</a:t>
            </a:r>
            <a:endParaRPr lang="es-MX" sz="1800" dirty="0"/>
          </a:p>
        </p:txBody>
      </p:sp>
    </p:spTree>
    <p:extLst>
      <p:ext uri="{BB962C8B-B14F-4D97-AF65-F5344CB8AC3E}">
        <p14:creationId xmlns:p14="http://schemas.microsoft.com/office/powerpoint/2010/main" val="752421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24262-775E-3D7C-91BE-F9AF7B706E0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10E5DD-2FA9-4ECA-0AA3-CCF96923C801}"/>
              </a:ext>
            </a:extLst>
          </p:cNvPr>
          <p:cNvSpPr>
            <a:spLocks noGrp="1"/>
          </p:cNvSpPr>
          <p:nvPr>
            <p:ph type="ctrTitle"/>
          </p:nvPr>
        </p:nvSpPr>
        <p:spPr>
          <a:xfrm>
            <a:off x="1143000" y="1322230"/>
            <a:ext cx="6858000" cy="526298"/>
          </a:xfrm>
        </p:spPr>
        <p:txBody>
          <a:bodyPr/>
          <a:lstStyle/>
          <a:p>
            <a:pPr algn="ctr"/>
            <a:r>
              <a:rPr lang="es-MX" sz="4000" dirty="0"/>
              <a:t>Resultados de aprendizaje</a:t>
            </a:r>
          </a:p>
        </p:txBody>
      </p:sp>
      <p:sp>
        <p:nvSpPr>
          <p:cNvPr id="3" name="Subtítulo 2">
            <a:extLst>
              <a:ext uri="{FF2B5EF4-FFF2-40B4-BE49-F238E27FC236}">
                <a16:creationId xmlns:a16="http://schemas.microsoft.com/office/drawing/2014/main" id="{D40A9CE1-EB53-6178-4909-CBB57F328D3D}"/>
              </a:ext>
            </a:extLst>
          </p:cNvPr>
          <p:cNvSpPr>
            <a:spLocks noGrp="1"/>
          </p:cNvSpPr>
          <p:nvPr>
            <p:ph type="subTitle" idx="1"/>
          </p:nvPr>
        </p:nvSpPr>
        <p:spPr>
          <a:xfrm>
            <a:off x="467544" y="2132856"/>
            <a:ext cx="8208912" cy="3587817"/>
          </a:xfrm>
        </p:spPr>
        <p:txBody>
          <a:bodyPr>
            <a:noAutofit/>
          </a:bodyPr>
          <a:lstStyle/>
          <a:p>
            <a:pPr marL="342900" lvl="0" indent="-342900" algn="just">
              <a:lnSpc>
                <a:spcPct val="100000"/>
              </a:lnSpc>
              <a:spcBef>
                <a:spcPts val="25"/>
              </a:spcBef>
              <a:buSzPts val="1150"/>
              <a:buFont typeface="Symbol" panose="05050102010706020507" pitchFamily="18" charset="2"/>
              <a:buChar char=""/>
              <a:tabLst>
                <a:tab pos="447675" algn="l"/>
                <a:tab pos="448945" algn="l"/>
              </a:tabLst>
            </a:pPr>
            <a:r>
              <a:rPr lang="es-ES" spc="0" dirty="0">
                <a:solidFill>
                  <a:schemeClr val="accent1">
                    <a:lumMod val="50000"/>
                  </a:schemeClr>
                </a:solidFill>
                <a:effectLst/>
                <a:latin typeface="Arial" panose="020B0604020202020204" pitchFamily="34" charset="0"/>
                <a:ea typeface="Symbol" panose="05050102010706020507" pitchFamily="18" charset="2"/>
                <a:cs typeface="Symbol" panose="05050102010706020507" pitchFamily="18" charset="2"/>
              </a:rPr>
              <a:t>Diseñar estrategias empresariales que resuelvan de manera innovadora problemas y necesidades a partir de la identificación de oportunidades para contribuir a la transformación del entorno actual.</a:t>
            </a:r>
          </a:p>
          <a:p>
            <a:pPr marL="342900" lvl="0" indent="-342900" algn="just">
              <a:lnSpc>
                <a:spcPct val="100000"/>
              </a:lnSpc>
              <a:spcBef>
                <a:spcPts val="25"/>
              </a:spcBef>
              <a:buSzPts val="1150"/>
              <a:buFont typeface="Symbol" panose="05050102010706020507" pitchFamily="18" charset="2"/>
              <a:buChar char=""/>
              <a:tabLst>
                <a:tab pos="447675" algn="l"/>
                <a:tab pos="448945" algn="l"/>
              </a:tabLst>
            </a:pPr>
            <a:endParaRPr lang="es-MX" spc="0" dirty="0">
              <a:solidFill>
                <a:schemeClr val="accent1">
                  <a:lumMod val="50000"/>
                </a:schemeClr>
              </a:solidFill>
              <a:effectLst/>
              <a:latin typeface="Arial" panose="020B0604020202020204" pitchFamily="34" charset="0"/>
              <a:ea typeface="Symbol" panose="05050102010706020507" pitchFamily="18" charset="2"/>
              <a:cs typeface="Symbol" panose="05050102010706020507" pitchFamily="18" charset="2"/>
            </a:endParaRPr>
          </a:p>
          <a:p>
            <a:pPr marL="342900" lvl="0" indent="-342900" algn="just">
              <a:lnSpc>
                <a:spcPct val="100000"/>
              </a:lnSpc>
              <a:spcBef>
                <a:spcPts val="25"/>
              </a:spcBef>
              <a:buSzPts val="1150"/>
              <a:buFont typeface="Symbol" panose="05050102010706020507" pitchFamily="18" charset="2"/>
              <a:buChar char=""/>
              <a:tabLst>
                <a:tab pos="447675" algn="l"/>
                <a:tab pos="448945" algn="l"/>
              </a:tabLst>
            </a:pPr>
            <a:r>
              <a:rPr lang="es-ES" spc="0" dirty="0">
                <a:solidFill>
                  <a:schemeClr val="accent1">
                    <a:lumMod val="50000"/>
                  </a:schemeClr>
                </a:solidFill>
                <a:effectLst/>
                <a:latin typeface="Arial" panose="020B0604020202020204" pitchFamily="34" charset="0"/>
                <a:ea typeface="Symbol" panose="05050102010706020507" pitchFamily="18" charset="2"/>
                <a:cs typeface="Symbol" panose="05050102010706020507" pitchFamily="18" charset="2"/>
              </a:rPr>
              <a:t>Elegir el tipo de innovación más conveniente para mejorar los productos y procesos de las empresas.</a:t>
            </a:r>
          </a:p>
          <a:p>
            <a:pPr marL="342900" lvl="0" indent="-342900" algn="just">
              <a:lnSpc>
                <a:spcPct val="100000"/>
              </a:lnSpc>
              <a:spcBef>
                <a:spcPts val="25"/>
              </a:spcBef>
              <a:buSzPts val="1150"/>
              <a:buFont typeface="Symbol" panose="05050102010706020507" pitchFamily="18" charset="2"/>
              <a:buChar char=""/>
              <a:tabLst>
                <a:tab pos="447675" algn="l"/>
                <a:tab pos="448945" algn="l"/>
              </a:tabLst>
            </a:pPr>
            <a:endParaRPr lang="es-MX" spc="0" dirty="0">
              <a:solidFill>
                <a:schemeClr val="accent1">
                  <a:lumMod val="50000"/>
                </a:schemeClr>
              </a:solidFill>
              <a:effectLst/>
              <a:latin typeface="Arial" panose="020B0604020202020204" pitchFamily="34" charset="0"/>
              <a:ea typeface="Symbol" panose="05050102010706020507" pitchFamily="18" charset="2"/>
              <a:cs typeface="Symbol" panose="05050102010706020507" pitchFamily="18" charset="2"/>
            </a:endParaRPr>
          </a:p>
          <a:p>
            <a:pPr marL="342900" lvl="0" indent="-342900" algn="just">
              <a:lnSpc>
                <a:spcPct val="100000"/>
              </a:lnSpc>
              <a:spcBef>
                <a:spcPts val="25"/>
              </a:spcBef>
              <a:buSzPts val="1150"/>
              <a:buFont typeface="Symbol" panose="05050102010706020507" pitchFamily="18" charset="2"/>
              <a:buChar char=""/>
              <a:tabLst>
                <a:tab pos="447675" algn="l"/>
                <a:tab pos="448945" algn="l"/>
              </a:tabLst>
            </a:pPr>
            <a:r>
              <a:rPr lang="es-ES" spc="0" dirty="0">
                <a:solidFill>
                  <a:schemeClr val="accent1">
                    <a:lumMod val="50000"/>
                  </a:schemeClr>
                </a:solidFill>
                <a:effectLst/>
                <a:latin typeface="Arial" panose="020B0604020202020204" pitchFamily="34" charset="0"/>
                <a:ea typeface="Symbol" panose="05050102010706020507" pitchFamily="18" charset="2"/>
                <a:cs typeface="Symbol" panose="05050102010706020507" pitchFamily="18" charset="2"/>
              </a:rPr>
              <a:t>Desarrollar </a:t>
            </a:r>
            <a:r>
              <a:rPr lang="es-ES" spc="0" dirty="0" err="1">
                <a:solidFill>
                  <a:schemeClr val="accent1">
                    <a:lumMod val="50000"/>
                  </a:schemeClr>
                </a:solidFill>
                <a:effectLst/>
                <a:latin typeface="Arial" panose="020B0604020202020204" pitchFamily="34" charset="0"/>
                <a:ea typeface="Symbol" panose="05050102010706020507" pitchFamily="18" charset="2"/>
                <a:cs typeface="Symbol" panose="05050102010706020507" pitchFamily="18" charset="2"/>
              </a:rPr>
              <a:t>KPI´s</a:t>
            </a:r>
            <a:r>
              <a:rPr lang="es-ES" spc="0" dirty="0">
                <a:solidFill>
                  <a:schemeClr val="accent1">
                    <a:lumMod val="50000"/>
                  </a:schemeClr>
                </a:solidFill>
                <a:effectLst/>
                <a:latin typeface="Arial" panose="020B0604020202020204" pitchFamily="34" charset="0"/>
                <a:ea typeface="Symbol" panose="05050102010706020507" pitchFamily="18" charset="2"/>
                <a:cs typeface="Symbol" panose="05050102010706020507" pitchFamily="18" charset="2"/>
              </a:rPr>
              <a:t> (</a:t>
            </a:r>
            <a:r>
              <a:rPr lang="es-ES" i="1" spc="0" dirty="0">
                <a:solidFill>
                  <a:schemeClr val="accent1">
                    <a:lumMod val="50000"/>
                  </a:schemeClr>
                </a:solidFill>
                <a:effectLst/>
                <a:latin typeface="Arial" panose="020B0604020202020204" pitchFamily="34" charset="0"/>
                <a:ea typeface="Symbol" panose="05050102010706020507" pitchFamily="18" charset="2"/>
                <a:cs typeface="Symbol" panose="05050102010706020507" pitchFamily="18" charset="2"/>
              </a:rPr>
              <a:t>Key Performance </a:t>
            </a:r>
            <a:r>
              <a:rPr lang="es-ES" i="1" spc="0" dirty="0" err="1">
                <a:solidFill>
                  <a:schemeClr val="accent1">
                    <a:lumMod val="50000"/>
                  </a:schemeClr>
                </a:solidFill>
                <a:effectLst/>
                <a:latin typeface="Arial" panose="020B0604020202020204" pitchFamily="34" charset="0"/>
                <a:ea typeface="Symbol" panose="05050102010706020507" pitchFamily="18" charset="2"/>
                <a:cs typeface="Symbol" panose="05050102010706020507" pitchFamily="18" charset="2"/>
              </a:rPr>
              <a:t>Indicators</a:t>
            </a:r>
            <a:r>
              <a:rPr lang="es-ES" spc="0" dirty="0">
                <a:solidFill>
                  <a:schemeClr val="accent1">
                    <a:lumMod val="50000"/>
                  </a:schemeClr>
                </a:solidFill>
                <a:effectLst/>
                <a:latin typeface="Arial" panose="020B0604020202020204" pitchFamily="34" charset="0"/>
                <a:ea typeface="Symbol" panose="05050102010706020507" pitchFamily="18" charset="2"/>
                <a:cs typeface="Symbol" panose="05050102010706020507" pitchFamily="18" charset="2"/>
              </a:rPr>
              <a:t>) o indicadores de alto impacto que evalué y de seguimiento a las estrategias empresariales propuestas.</a:t>
            </a:r>
            <a:endParaRPr lang="es-MX" spc="0" dirty="0">
              <a:solidFill>
                <a:schemeClr val="accent1">
                  <a:lumMod val="50000"/>
                </a:schemeClr>
              </a:solidFill>
              <a:effectLst/>
              <a:latin typeface="Arial" panose="020B0604020202020204" pitchFamily="34" charset="0"/>
              <a:ea typeface="Symbol" panose="05050102010706020507" pitchFamily="18" charset="2"/>
              <a:cs typeface="Symbol" panose="05050102010706020507" pitchFamily="18" charset="2"/>
            </a:endParaRPr>
          </a:p>
          <a:p>
            <a:pPr marL="0" indent="0"/>
            <a:endParaRPr lang="es-MX" sz="1425" dirty="0">
              <a:solidFill>
                <a:schemeClr val="accent1">
                  <a:lumMod val="50000"/>
                </a:schemeClr>
              </a:solidFill>
            </a:endParaRPr>
          </a:p>
        </p:txBody>
      </p:sp>
    </p:spTree>
    <p:extLst>
      <p:ext uri="{BB962C8B-B14F-4D97-AF65-F5344CB8AC3E}">
        <p14:creationId xmlns:p14="http://schemas.microsoft.com/office/powerpoint/2010/main" val="1835571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EC544-A5DA-AC82-DAFD-39B19C3992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93E8CD1-330A-4D71-482E-2EDCA7DF3AC1}"/>
              </a:ext>
            </a:extLst>
          </p:cNvPr>
          <p:cNvSpPr>
            <a:spLocks noGrp="1"/>
          </p:cNvSpPr>
          <p:nvPr>
            <p:ph type="ctrTitle"/>
          </p:nvPr>
        </p:nvSpPr>
        <p:spPr>
          <a:xfrm>
            <a:off x="1143000" y="1322230"/>
            <a:ext cx="6858000" cy="526298"/>
          </a:xfrm>
        </p:spPr>
        <p:txBody>
          <a:bodyPr/>
          <a:lstStyle/>
          <a:p>
            <a:pPr algn="ctr"/>
            <a:r>
              <a:rPr lang="es-MX" sz="4000" dirty="0"/>
              <a:t>Temario</a:t>
            </a:r>
          </a:p>
        </p:txBody>
      </p:sp>
      <p:sp>
        <p:nvSpPr>
          <p:cNvPr id="3" name="Subtítulo 2">
            <a:extLst>
              <a:ext uri="{FF2B5EF4-FFF2-40B4-BE49-F238E27FC236}">
                <a16:creationId xmlns:a16="http://schemas.microsoft.com/office/drawing/2014/main" id="{C52D0921-8F9F-3933-BFDA-DEBEAF802B78}"/>
              </a:ext>
            </a:extLst>
          </p:cNvPr>
          <p:cNvSpPr>
            <a:spLocks noGrp="1"/>
          </p:cNvSpPr>
          <p:nvPr>
            <p:ph type="subTitle" idx="1"/>
          </p:nvPr>
        </p:nvSpPr>
        <p:spPr>
          <a:xfrm>
            <a:off x="539552" y="2067384"/>
            <a:ext cx="4727864" cy="4452588"/>
          </a:xfrm>
        </p:spPr>
        <p:txBody>
          <a:bodyPr/>
          <a:lstStyle/>
          <a:p>
            <a:pPr marL="0" indent="0">
              <a:lnSpc>
                <a:spcPct val="100000"/>
              </a:lnSpc>
            </a:pPr>
            <a:r>
              <a:rPr lang="es-MX" sz="1800" b="1" dirty="0">
                <a:solidFill>
                  <a:schemeClr val="tx1"/>
                </a:solidFill>
              </a:rPr>
              <a:t>Módulos</a:t>
            </a:r>
          </a:p>
          <a:p>
            <a:pPr>
              <a:lnSpc>
                <a:spcPct val="100000"/>
              </a:lnSpc>
              <a:buFont typeface="+mj-lt"/>
              <a:buAutoNum type="arabicPeriod"/>
            </a:pPr>
            <a:r>
              <a:rPr lang="es-MX" sz="1800" dirty="0">
                <a:solidFill>
                  <a:schemeClr val="tx1"/>
                </a:solidFill>
              </a:rPr>
              <a:t>Introducción a la planeación estratégica</a:t>
            </a:r>
          </a:p>
          <a:p>
            <a:pPr>
              <a:lnSpc>
                <a:spcPct val="100000"/>
              </a:lnSpc>
              <a:buFont typeface="+mj-lt"/>
              <a:buAutoNum type="arabicPeriod"/>
            </a:pPr>
            <a:endParaRPr lang="es-MX" sz="1800" dirty="0">
              <a:solidFill>
                <a:schemeClr val="tx1"/>
              </a:solidFill>
            </a:endParaRPr>
          </a:p>
          <a:p>
            <a:pPr>
              <a:lnSpc>
                <a:spcPct val="100000"/>
              </a:lnSpc>
              <a:buFont typeface="+mj-lt"/>
              <a:buAutoNum type="arabicPeriod"/>
            </a:pPr>
            <a:r>
              <a:rPr lang="es-MX" sz="1800" dirty="0">
                <a:solidFill>
                  <a:schemeClr val="tx1"/>
                </a:solidFill>
              </a:rPr>
              <a:t>Innovación y creatividad en las Organizaciones</a:t>
            </a:r>
          </a:p>
          <a:p>
            <a:pPr>
              <a:lnSpc>
                <a:spcPct val="100000"/>
              </a:lnSpc>
              <a:buFont typeface="+mj-lt"/>
              <a:buAutoNum type="arabicPeriod"/>
            </a:pPr>
            <a:endParaRPr lang="es-MX" sz="1800" dirty="0">
              <a:solidFill>
                <a:schemeClr val="tx1"/>
              </a:solidFill>
            </a:endParaRPr>
          </a:p>
          <a:p>
            <a:pPr>
              <a:lnSpc>
                <a:spcPct val="100000"/>
              </a:lnSpc>
              <a:buFont typeface="+mj-lt"/>
              <a:buAutoNum type="arabicPeriod"/>
            </a:pPr>
            <a:r>
              <a:rPr lang="es-MX" sz="1800" dirty="0">
                <a:solidFill>
                  <a:schemeClr val="tx1"/>
                </a:solidFill>
              </a:rPr>
              <a:t>Planeación y Gestión</a:t>
            </a:r>
          </a:p>
          <a:p>
            <a:pPr>
              <a:lnSpc>
                <a:spcPct val="100000"/>
              </a:lnSpc>
              <a:buFont typeface="+mj-lt"/>
              <a:buAutoNum type="arabicPeriod"/>
            </a:pPr>
            <a:endParaRPr lang="es-MX" sz="1800" dirty="0">
              <a:solidFill>
                <a:schemeClr val="tx1"/>
              </a:solidFill>
            </a:endParaRPr>
          </a:p>
          <a:p>
            <a:pPr>
              <a:lnSpc>
                <a:spcPct val="100000"/>
              </a:lnSpc>
              <a:buFont typeface="+mj-lt"/>
              <a:buAutoNum type="arabicPeriod"/>
            </a:pPr>
            <a:r>
              <a:rPr lang="es-MX" sz="1800" dirty="0">
                <a:solidFill>
                  <a:schemeClr val="tx1"/>
                </a:solidFill>
                <a:ea typeface="Times New Roman" panose="02020603050405020304" pitchFamily="18" charset="0"/>
              </a:rPr>
              <a:t>Implementación</a:t>
            </a:r>
          </a:p>
          <a:p>
            <a:pPr>
              <a:lnSpc>
                <a:spcPct val="100000"/>
              </a:lnSpc>
              <a:buFont typeface="+mj-lt"/>
              <a:buAutoNum type="arabicPeriod"/>
            </a:pPr>
            <a:endParaRPr lang="es-MX" sz="1800" dirty="0">
              <a:solidFill>
                <a:schemeClr val="tx1"/>
              </a:solidFill>
              <a:ea typeface="Times New Roman" panose="02020603050405020304" pitchFamily="18" charset="0"/>
            </a:endParaRPr>
          </a:p>
          <a:p>
            <a:pPr>
              <a:lnSpc>
                <a:spcPct val="100000"/>
              </a:lnSpc>
              <a:buFont typeface="+mj-lt"/>
              <a:buAutoNum type="arabicPeriod"/>
            </a:pPr>
            <a:r>
              <a:rPr lang="es-MX" sz="1800" dirty="0">
                <a:solidFill>
                  <a:schemeClr val="tx1"/>
                </a:solidFill>
                <a:ea typeface="Times New Roman" panose="02020603050405020304" pitchFamily="18" charset="0"/>
              </a:rPr>
              <a:t>Evaluación de estrategias</a:t>
            </a:r>
          </a:p>
          <a:p>
            <a:pPr>
              <a:lnSpc>
                <a:spcPct val="100000"/>
              </a:lnSpc>
              <a:buFont typeface="+mj-lt"/>
              <a:buAutoNum type="arabicPeriod"/>
            </a:pPr>
            <a:endParaRPr lang="es-MX" sz="1800" dirty="0">
              <a:solidFill>
                <a:schemeClr val="tx1"/>
              </a:solidFill>
              <a:ea typeface="Times New Roman" panose="02020603050405020304" pitchFamily="18" charset="0"/>
            </a:endParaRPr>
          </a:p>
          <a:p>
            <a:pPr>
              <a:lnSpc>
                <a:spcPct val="100000"/>
              </a:lnSpc>
              <a:buFont typeface="+mj-lt"/>
              <a:buAutoNum type="arabicPeriod"/>
            </a:pPr>
            <a:r>
              <a:rPr lang="es-MX" sz="1800" dirty="0">
                <a:solidFill>
                  <a:schemeClr val="tx1"/>
                </a:solidFill>
                <a:ea typeface="Times New Roman" panose="02020603050405020304" pitchFamily="18" charset="0"/>
              </a:rPr>
              <a:t>Proyecto Final</a:t>
            </a:r>
          </a:p>
          <a:p>
            <a:pPr>
              <a:lnSpc>
                <a:spcPct val="100000"/>
              </a:lnSpc>
              <a:buFont typeface="+mj-lt"/>
              <a:buAutoNum type="arabicPeriod"/>
            </a:pPr>
            <a:endParaRPr lang="es-MX" sz="1800" b="1" dirty="0">
              <a:solidFill>
                <a:schemeClr val="tx1"/>
              </a:solidFill>
            </a:endParaRPr>
          </a:p>
        </p:txBody>
      </p:sp>
      <p:sp>
        <p:nvSpPr>
          <p:cNvPr id="4" name="Subtítulo 2">
            <a:extLst>
              <a:ext uri="{FF2B5EF4-FFF2-40B4-BE49-F238E27FC236}">
                <a16:creationId xmlns:a16="http://schemas.microsoft.com/office/drawing/2014/main" id="{F0D1C77A-7E3C-0993-1C19-09FDB3F963AE}"/>
              </a:ext>
            </a:extLst>
          </p:cNvPr>
          <p:cNvSpPr txBox="1">
            <a:spLocks/>
          </p:cNvSpPr>
          <p:nvPr/>
        </p:nvSpPr>
        <p:spPr>
          <a:xfrm>
            <a:off x="5076056" y="1969868"/>
            <a:ext cx="4067944" cy="4771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s-MX"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s-MX" sz="1800" b="1" dirty="0"/>
              <a:t>Sesiones	Evaluación</a:t>
            </a:r>
          </a:p>
          <a:p>
            <a:pPr marL="0" indent="0">
              <a:lnSpc>
                <a:spcPct val="100000"/>
              </a:lnSpc>
              <a:buNone/>
            </a:pPr>
            <a:r>
              <a:rPr lang="es-MX" sz="1800" dirty="0"/>
              <a:t>3 sesiones	Caso de estudio               		26 – Ago </a:t>
            </a:r>
          </a:p>
          <a:p>
            <a:pPr marL="0" indent="0">
              <a:lnSpc>
                <a:spcPct val="100000"/>
              </a:lnSpc>
              <a:buNone/>
            </a:pPr>
            <a:r>
              <a:rPr lang="es-MX" sz="1800" dirty="0"/>
              <a:t>3 sesiones	Caso de estudio			09 – Sep	</a:t>
            </a:r>
          </a:p>
          <a:p>
            <a:pPr marL="0" indent="0">
              <a:lnSpc>
                <a:spcPct val="100000"/>
              </a:lnSpc>
              <a:buNone/>
            </a:pPr>
            <a:r>
              <a:rPr lang="es-MX" sz="1800" dirty="0"/>
              <a:t>3 sesiones	Caso de estudio   		30 – Sep </a:t>
            </a:r>
          </a:p>
          <a:p>
            <a:pPr marL="0" indent="0">
              <a:lnSpc>
                <a:spcPct val="100000"/>
              </a:lnSpc>
              <a:buNone/>
            </a:pPr>
            <a:r>
              <a:rPr lang="es-MX" sz="1800" dirty="0"/>
              <a:t>3 sesiones	Caso de estudio              		14 – Octubre              Visita empresarial Octubre</a:t>
            </a:r>
          </a:p>
          <a:p>
            <a:pPr marL="0" indent="0">
              <a:lnSpc>
                <a:spcPct val="100000"/>
              </a:lnSpc>
              <a:buNone/>
            </a:pPr>
            <a:r>
              <a:rPr lang="es-MX" sz="1800" dirty="0"/>
              <a:t>3 sesiones	Caso de estudio    		28 – Octubre</a:t>
            </a:r>
          </a:p>
          <a:p>
            <a:pPr marL="0" indent="0">
              <a:lnSpc>
                <a:spcPct val="100000"/>
              </a:lnSpc>
              <a:buNone/>
            </a:pPr>
            <a:r>
              <a:rPr lang="es-MX" sz="1800" b="1" dirty="0"/>
              <a:t>Avance 		Entrega final</a:t>
            </a:r>
          </a:p>
          <a:p>
            <a:pPr marL="0" indent="0">
              <a:lnSpc>
                <a:spcPct val="100000"/>
              </a:lnSpc>
              <a:buNone/>
            </a:pPr>
            <a:r>
              <a:rPr lang="es-MX" sz="1800" b="1" dirty="0"/>
              <a:t>11 – Nov 	02 – Dic</a:t>
            </a:r>
          </a:p>
        </p:txBody>
      </p:sp>
    </p:spTree>
    <p:extLst>
      <p:ext uri="{BB962C8B-B14F-4D97-AF65-F5344CB8AC3E}">
        <p14:creationId xmlns:p14="http://schemas.microsoft.com/office/powerpoint/2010/main" val="3080882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CCC12-1D79-1FAB-7311-1B9475F2E17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C0C77D-B54D-956F-74C5-DC5D2A69E008}"/>
              </a:ext>
            </a:extLst>
          </p:cNvPr>
          <p:cNvSpPr>
            <a:spLocks noGrp="1"/>
          </p:cNvSpPr>
          <p:nvPr>
            <p:ph type="ctrTitle"/>
          </p:nvPr>
        </p:nvSpPr>
        <p:spPr>
          <a:xfrm>
            <a:off x="1143000" y="1052736"/>
            <a:ext cx="6858000" cy="526298"/>
          </a:xfrm>
        </p:spPr>
        <p:txBody>
          <a:bodyPr/>
          <a:lstStyle/>
          <a:p>
            <a:pPr algn="ctr"/>
            <a:r>
              <a:rPr lang="es-MX" sz="4000" dirty="0"/>
              <a:t>Políticas de la clase</a:t>
            </a:r>
          </a:p>
        </p:txBody>
      </p:sp>
      <p:sp>
        <p:nvSpPr>
          <p:cNvPr id="3" name="Subtítulo 2">
            <a:extLst>
              <a:ext uri="{FF2B5EF4-FFF2-40B4-BE49-F238E27FC236}">
                <a16:creationId xmlns:a16="http://schemas.microsoft.com/office/drawing/2014/main" id="{182D9D54-C27A-1674-9B7A-71CEC3B552AE}"/>
              </a:ext>
            </a:extLst>
          </p:cNvPr>
          <p:cNvSpPr>
            <a:spLocks noGrp="1"/>
          </p:cNvSpPr>
          <p:nvPr>
            <p:ph type="subTitle" idx="1"/>
          </p:nvPr>
        </p:nvSpPr>
        <p:spPr>
          <a:xfrm>
            <a:off x="309489" y="1700808"/>
            <a:ext cx="8525022" cy="5157192"/>
          </a:xfrm>
        </p:spPr>
        <p:txBody>
          <a:bodyPr>
            <a:noAutofit/>
          </a:bodyPr>
          <a:lstStyle/>
          <a:p>
            <a:pPr marL="285750" lvl="0" indent="-285750">
              <a:lnSpc>
                <a:spcPct val="115000"/>
              </a:lnSpc>
              <a:buFont typeface="Arial" panose="020B0604020202020204" pitchFamily="34" charset="0"/>
              <a:buChar char="•"/>
            </a:pPr>
            <a:r>
              <a:rPr lang="es-MX" sz="1400" dirty="0">
                <a:solidFill>
                  <a:schemeClr val="tx1"/>
                </a:solidFill>
                <a:effectLst/>
                <a:latin typeface="Arial" panose="020B0604020202020204" pitchFamily="34" charset="0"/>
                <a:ea typeface="Arial" panose="020B0604020202020204" pitchFamily="34" charset="0"/>
              </a:rPr>
              <a:t>Las actividades planeadas durante el curso deben entregarse en la fecha establecida por el profesor a través de Moodle. </a:t>
            </a:r>
            <a:r>
              <a:rPr lang="es-MX" sz="1400" b="1" dirty="0">
                <a:solidFill>
                  <a:schemeClr val="tx1"/>
                </a:solidFill>
                <a:effectLst/>
                <a:latin typeface="Arial" panose="020B0604020202020204" pitchFamily="34" charset="0"/>
                <a:ea typeface="Arial" panose="020B0604020202020204" pitchFamily="34" charset="0"/>
              </a:rPr>
              <a:t>Cualquier trabajo entregado posteriormente se considera extemporáneo y recibe calificación de cero</a:t>
            </a:r>
            <a:r>
              <a:rPr lang="es-MX" sz="1400" dirty="0">
                <a:solidFill>
                  <a:schemeClr val="tx1"/>
                </a:solidFill>
                <a:effectLst/>
                <a:latin typeface="Arial" panose="020B0604020202020204" pitchFamily="34" charset="0"/>
                <a:ea typeface="Arial" panose="020B0604020202020204" pitchFamily="34" charset="0"/>
              </a:rPr>
              <a:t>.</a:t>
            </a:r>
          </a:p>
          <a:p>
            <a:pPr marL="285750" lvl="0" indent="-285750">
              <a:lnSpc>
                <a:spcPct val="115000"/>
              </a:lnSpc>
              <a:buFont typeface="Arial" panose="020B0604020202020204" pitchFamily="34" charset="0"/>
              <a:buChar char="•"/>
            </a:pPr>
            <a:r>
              <a:rPr lang="es-MX" sz="1400" dirty="0">
                <a:solidFill>
                  <a:schemeClr val="tx1"/>
                </a:solidFill>
                <a:effectLst/>
                <a:latin typeface="Arial" panose="020B0604020202020204" pitchFamily="34" charset="0"/>
                <a:ea typeface="Arial" panose="020B0604020202020204" pitchFamily="34" charset="0"/>
              </a:rPr>
              <a:t>Los trabajos entregados deben estar escritos de forma clara, con buena redacción, adecuada ortografía y claramente referenciado.</a:t>
            </a:r>
          </a:p>
          <a:p>
            <a:pPr marL="285750" lvl="0" indent="-285750">
              <a:lnSpc>
                <a:spcPct val="115000"/>
              </a:lnSpc>
              <a:buFont typeface="Arial" panose="020B0604020202020204" pitchFamily="34" charset="0"/>
              <a:buChar char="•"/>
            </a:pPr>
            <a:r>
              <a:rPr lang="es-MX" sz="1400" dirty="0">
                <a:solidFill>
                  <a:schemeClr val="tx1"/>
                </a:solidFill>
                <a:effectLst/>
                <a:latin typeface="Arial" panose="020B0604020202020204" pitchFamily="34" charset="0"/>
                <a:ea typeface="Arial" panose="020B0604020202020204" pitchFamily="34" charset="0"/>
              </a:rPr>
              <a:t>Las actividades en equipo deben desarrollarse de manera colaborativa por todos los integrantes, se </a:t>
            </a:r>
            <a:r>
              <a:rPr lang="es-MX" sz="1400" b="1" dirty="0">
                <a:solidFill>
                  <a:schemeClr val="tx1"/>
                </a:solidFill>
                <a:effectLst/>
                <a:latin typeface="Arial" panose="020B0604020202020204" pitchFamily="34" charset="0"/>
                <a:ea typeface="Arial" panose="020B0604020202020204" pitchFamily="34" charset="0"/>
              </a:rPr>
              <a:t>realizará una coevaluación </a:t>
            </a:r>
            <a:r>
              <a:rPr lang="es-MX" sz="1400" dirty="0">
                <a:solidFill>
                  <a:schemeClr val="tx1"/>
                </a:solidFill>
                <a:effectLst/>
                <a:latin typeface="Arial" panose="020B0604020202020204" pitchFamily="34" charset="0"/>
                <a:ea typeface="Arial" panose="020B0604020202020204" pitchFamily="34" charset="0"/>
              </a:rPr>
              <a:t>durante cada parcial para determinar la nota individual y en caso de que se informe de algún integrante no trabajo en los entregables no se le asignará calificación aprobatoria.</a:t>
            </a:r>
          </a:p>
          <a:p>
            <a:pPr marL="285750" lvl="0" indent="-285750">
              <a:lnSpc>
                <a:spcPct val="115000"/>
              </a:lnSpc>
              <a:buFont typeface="Arial" panose="020B0604020202020204" pitchFamily="34" charset="0"/>
              <a:buChar char="•"/>
            </a:pPr>
            <a:r>
              <a:rPr lang="es-MX" sz="1400" dirty="0">
                <a:solidFill>
                  <a:schemeClr val="tx1"/>
                </a:solidFill>
                <a:effectLst/>
                <a:latin typeface="Arial" panose="020B0604020202020204" pitchFamily="34" charset="0"/>
                <a:ea typeface="Arial" panose="020B0604020202020204" pitchFamily="34" charset="0"/>
              </a:rPr>
              <a:t>Durante el curso se recomienda el uso de la Inteligencia Artificial (IA) únicamente como una herramienta que permita buscar conocimientos, siendo honestos consigo mismos y con los demás. El uso indiscriminado de esta herramienta se considerará como una forma de deshonestidad académica lo cual será sancionado la primera vez con 0 (cero) en la calificación de la actividad y, en caso de reincidencia, el alumno recibirá calificación de 0 (cero) en el curso.</a:t>
            </a:r>
          </a:p>
          <a:p>
            <a:pPr marL="285750" lvl="0" indent="-285750">
              <a:lnSpc>
                <a:spcPct val="115000"/>
              </a:lnSpc>
              <a:buFont typeface="Arial" panose="020B0604020202020204" pitchFamily="34" charset="0"/>
              <a:buChar char="•"/>
            </a:pPr>
            <a:r>
              <a:rPr lang="es-MX" sz="1400" dirty="0">
                <a:solidFill>
                  <a:schemeClr val="tx1"/>
                </a:solidFill>
                <a:effectLst/>
                <a:latin typeface="Arial" panose="020B0604020202020204" pitchFamily="34" charset="0"/>
                <a:ea typeface="Arial" panose="020B0604020202020204" pitchFamily="34" charset="0"/>
              </a:rPr>
              <a:t>Plagio es el uso y/o apropiación de las ideas, palabras o trabajos de otra persona como propios. Si se utiliza la obra, palabras o ideas de otro, debe darse el reconocimiento de la fuente original a través de prácticas de referencia reconocidas (formato APA7). Trabajos plagiados recibirán calificación de 0 (cero).</a:t>
            </a:r>
          </a:p>
          <a:p>
            <a:pPr marL="285750" lvl="0" indent="-285750">
              <a:lnSpc>
                <a:spcPct val="115000"/>
              </a:lnSpc>
              <a:buFont typeface="Arial" panose="020B0604020202020204" pitchFamily="34" charset="0"/>
              <a:buChar char="•"/>
            </a:pPr>
            <a:r>
              <a:rPr lang="es-MX" sz="1400" dirty="0">
                <a:solidFill>
                  <a:schemeClr val="tx1"/>
                </a:solidFill>
                <a:effectLst/>
                <a:latin typeface="Arial" panose="020B0604020202020204" pitchFamily="34" charset="0"/>
                <a:ea typeface="Arial" panose="020B0604020202020204" pitchFamily="34" charset="0"/>
              </a:rPr>
              <a:t>Toda la comunicación se realizará a través de la plataforma institucional (correo, Moodle y </a:t>
            </a:r>
            <a:r>
              <a:rPr lang="es-MX" sz="1400" dirty="0" err="1">
                <a:solidFill>
                  <a:schemeClr val="tx1"/>
                </a:solidFill>
                <a:effectLst/>
                <a:latin typeface="Arial" panose="020B0604020202020204" pitchFamily="34" charset="0"/>
                <a:ea typeface="Arial" panose="020B0604020202020204" pitchFamily="34" charset="0"/>
              </a:rPr>
              <a:t>Teams</a:t>
            </a:r>
            <a:r>
              <a:rPr lang="es-MX" sz="1400" dirty="0">
                <a:solidFill>
                  <a:schemeClr val="tx1"/>
                </a:solidFill>
                <a:effectLst/>
                <a:latin typeface="Arial" panose="020B0604020202020204" pitchFamily="34" charset="0"/>
                <a:ea typeface="Arial" panose="020B0604020202020204" pitchFamily="34" charset="0"/>
              </a:rPr>
              <a:t>) en un </a:t>
            </a:r>
            <a:r>
              <a:rPr lang="es-MX" sz="1400" b="1" dirty="0">
                <a:solidFill>
                  <a:schemeClr val="tx1"/>
                </a:solidFill>
                <a:effectLst/>
                <a:latin typeface="Arial" panose="020B0604020202020204" pitchFamily="34" charset="0"/>
                <a:ea typeface="Arial" panose="020B0604020202020204" pitchFamily="34" charset="0"/>
              </a:rPr>
              <a:t>horario disponible de 9:00 a 3:00 pm</a:t>
            </a:r>
            <a:r>
              <a:rPr lang="es-MX" sz="1400" dirty="0">
                <a:solidFill>
                  <a:schemeClr val="tx1"/>
                </a:solidFill>
                <a:effectLst/>
                <a:latin typeface="Arial" panose="020B0604020202020204" pitchFamily="34" charset="0"/>
                <a:ea typeface="Arial" panose="020B0604020202020204" pitchFamily="34" charset="0"/>
              </a:rPr>
              <a:t>. Es responsabilidad de cada alumno estar atentos y consultar semanalmente los mensajes e indicaciones publicados por el profesor</a:t>
            </a:r>
          </a:p>
          <a:p>
            <a:endParaRPr lang="es-MX" sz="1400" dirty="0">
              <a:solidFill>
                <a:schemeClr val="tx1"/>
              </a:solidFill>
              <a:ea typeface="Arial" panose="020B0604020202020204" pitchFamily="34" charset="0"/>
            </a:endParaRPr>
          </a:p>
        </p:txBody>
      </p:sp>
    </p:spTree>
    <p:extLst>
      <p:ext uri="{BB962C8B-B14F-4D97-AF65-F5344CB8AC3E}">
        <p14:creationId xmlns:p14="http://schemas.microsoft.com/office/powerpoint/2010/main" val="2717693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2E97E-265D-9934-BF74-91108653DD8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7496CB-0445-C7D8-F553-FC3A08DA4C00}"/>
              </a:ext>
            </a:extLst>
          </p:cNvPr>
          <p:cNvSpPr>
            <a:spLocks noGrp="1"/>
          </p:cNvSpPr>
          <p:nvPr>
            <p:ph type="ctrTitle"/>
          </p:nvPr>
        </p:nvSpPr>
        <p:spPr>
          <a:xfrm>
            <a:off x="1143000" y="1052736"/>
            <a:ext cx="6858000" cy="526298"/>
          </a:xfrm>
        </p:spPr>
        <p:txBody>
          <a:bodyPr/>
          <a:lstStyle/>
          <a:p>
            <a:pPr algn="ctr"/>
            <a:r>
              <a:rPr lang="es-MX" sz="4000" dirty="0"/>
              <a:t>Políticas de la clase</a:t>
            </a:r>
          </a:p>
        </p:txBody>
      </p:sp>
      <p:sp>
        <p:nvSpPr>
          <p:cNvPr id="3" name="Subtítulo 2">
            <a:extLst>
              <a:ext uri="{FF2B5EF4-FFF2-40B4-BE49-F238E27FC236}">
                <a16:creationId xmlns:a16="http://schemas.microsoft.com/office/drawing/2014/main" id="{3661E9B6-36C9-E418-BF98-B96AD56FF880}"/>
              </a:ext>
            </a:extLst>
          </p:cNvPr>
          <p:cNvSpPr>
            <a:spLocks noGrp="1"/>
          </p:cNvSpPr>
          <p:nvPr>
            <p:ph type="subTitle" idx="1"/>
          </p:nvPr>
        </p:nvSpPr>
        <p:spPr>
          <a:xfrm>
            <a:off x="309489" y="1844824"/>
            <a:ext cx="8525022" cy="4824536"/>
          </a:xfrm>
        </p:spPr>
        <p:txBody>
          <a:bodyPr>
            <a:noAutofit/>
          </a:bodyPr>
          <a:lstStyle/>
          <a:p>
            <a:pPr marL="0" lvl="0" indent="0">
              <a:lnSpc>
                <a:spcPct val="115000"/>
              </a:lnSpc>
            </a:pPr>
            <a:r>
              <a:rPr lang="es-MX" sz="1800" b="1" dirty="0">
                <a:solidFill>
                  <a:schemeClr val="tx1"/>
                </a:solidFill>
                <a:effectLst/>
                <a:latin typeface="Arial" panose="020B0604020202020204" pitchFamily="34" charset="0"/>
                <a:ea typeface="Arial" panose="020B0604020202020204" pitchFamily="34" charset="0"/>
              </a:rPr>
              <a:t>REQUISITOS DE ACREDITACIÓN</a:t>
            </a:r>
          </a:p>
          <a:p>
            <a:pPr marL="342900" lvl="0" indent="-342900">
              <a:lnSpc>
                <a:spcPct val="100000"/>
              </a:lnSpc>
              <a:buFont typeface="Symbol" panose="05050102010706020507" pitchFamily="18" charset="2"/>
              <a:buChar char=""/>
            </a:pPr>
            <a:r>
              <a:rPr lang="es-MX" sz="1700" dirty="0">
                <a:solidFill>
                  <a:schemeClr val="tx1"/>
                </a:solidFill>
                <a:effectLst/>
                <a:latin typeface="Arial" panose="020B0604020202020204" pitchFamily="34" charset="0"/>
                <a:ea typeface="Arial" panose="020B0604020202020204" pitchFamily="34" charset="0"/>
              </a:rPr>
              <a:t>Se requiere un mínimo del 80% de asistencia a la clase. Después del pase de lista el acceso no será permitido y la ausencia será injustificada (tolerancia de 10 minutos). El docente no está facultado para justificar inasistencias dentro del curso.</a:t>
            </a:r>
          </a:p>
          <a:p>
            <a:pPr marL="342900" lvl="0" indent="-342900">
              <a:lnSpc>
                <a:spcPct val="100000"/>
              </a:lnSpc>
              <a:buFont typeface="Symbol" panose="05050102010706020507" pitchFamily="18" charset="2"/>
              <a:buChar char=""/>
            </a:pPr>
            <a:r>
              <a:rPr lang="es-MX" sz="1700" dirty="0">
                <a:solidFill>
                  <a:schemeClr val="tx1"/>
                </a:solidFill>
                <a:effectLst/>
                <a:latin typeface="Arial" panose="020B0604020202020204" pitchFamily="34" charset="0"/>
                <a:ea typeface="Arial" panose="020B0604020202020204" pitchFamily="34" charset="0"/>
              </a:rPr>
              <a:t>El promedio de exámenes departamentales deberá corresponder a una calificación mínima de 6.0 para acreditar la materia. </a:t>
            </a:r>
          </a:p>
          <a:p>
            <a:pPr marL="342900" lvl="0" indent="-342900">
              <a:lnSpc>
                <a:spcPct val="100000"/>
              </a:lnSpc>
              <a:buFont typeface="Symbol" panose="05050102010706020507" pitchFamily="18" charset="2"/>
              <a:buChar char=""/>
            </a:pPr>
            <a:r>
              <a:rPr lang="es-MX" sz="1700" dirty="0">
                <a:solidFill>
                  <a:schemeClr val="tx1"/>
                </a:solidFill>
                <a:effectLst/>
                <a:latin typeface="Arial" panose="020B0604020202020204" pitchFamily="34" charset="0"/>
                <a:ea typeface="Arial" panose="020B0604020202020204" pitchFamily="34" charset="0"/>
              </a:rPr>
              <a:t>La nota final será redondeada, exclusivamente aprobatoria, de la siguiente forma:</a:t>
            </a:r>
          </a:p>
          <a:p>
            <a:pPr marL="0" lvl="0" indent="0">
              <a:lnSpc>
                <a:spcPct val="100000"/>
              </a:lnSpc>
            </a:pPr>
            <a:r>
              <a:rPr lang="es-MX" sz="1700" dirty="0">
                <a:solidFill>
                  <a:schemeClr val="tx1"/>
                </a:solidFill>
                <a:effectLst/>
                <a:latin typeface="Arial" panose="020B0604020202020204" pitchFamily="34" charset="0"/>
                <a:ea typeface="Arial" panose="020B0604020202020204" pitchFamily="34" charset="0"/>
              </a:rPr>
              <a:t>	9.6-9.9 = 10</a:t>
            </a:r>
          </a:p>
          <a:p>
            <a:pPr marL="0" lvl="0" indent="0">
              <a:lnSpc>
                <a:spcPct val="100000"/>
              </a:lnSpc>
            </a:pPr>
            <a:r>
              <a:rPr lang="es-MX" sz="1700" dirty="0">
                <a:solidFill>
                  <a:schemeClr val="tx1"/>
                </a:solidFill>
                <a:effectLst/>
                <a:latin typeface="Arial" panose="020B0604020202020204" pitchFamily="34" charset="0"/>
                <a:ea typeface="Arial" panose="020B0604020202020204" pitchFamily="34" charset="0"/>
              </a:rPr>
              <a:t>	8.6-8.9 = 9</a:t>
            </a:r>
          </a:p>
          <a:p>
            <a:pPr marL="0" lvl="0" indent="0">
              <a:lnSpc>
                <a:spcPct val="100000"/>
              </a:lnSpc>
            </a:pPr>
            <a:r>
              <a:rPr lang="es-MX" sz="1700" dirty="0">
                <a:solidFill>
                  <a:schemeClr val="tx1"/>
                </a:solidFill>
                <a:effectLst/>
                <a:latin typeface="Arial" panose="020B0604020202020204" pitchFamily="34" charset="0"/>
                <a:ea typeface="Arial" panose="020B0604020202020204" pitchFamily="34" charset="0"/>
              </a:rPr>
              <a:t>	8.0-8.5 = 8</a:t>
            </a:r>
          </a:p>
          <a:p>
            <a:pPr marL="0" lvl="0" indent="0">
              <a:lnSpc>
                <a:spcPct val="100000"/>
              </a:lnSpc>
            </a:pPr>
            <a:r>
              <a:rPr lang="es-MX" sz="1700" dirty="0">
                <a:solidFill>
                  <a:schemeClr val="tx1"/>
                </a:solidFill>
                <a:effectLst/>
                <a:latin typeface="Arial" panose="020B0604020202020204" pitchFamily="34" charset="0"/>
                <a:ea typeface="Arial" panose="020B0604020202020204" pitchFamily="34" charset="0"/>
              </a:rPr>
              <a:t>	&lt;7.9      = 7</a:t>
            </a:r>
          </a:p>
          <a:p>
            <a:pPr marL="0" lvl="0" indent="0">
              <a:lnSpc>
                <a:spcPct val="100000"/>
              </a:lnSpc>
            </a:pPr>
            <a:r>
              <a:rPr lang="es-MX" sz="1700" dirty="0">
                <a:solidFill>
                  <a:schemeClr val="tx1"/>
                </a:solidFill>
                <a:effectLst/>
                <a:latin typeface="Arial" panose="020B0604020202020204" pitchFamily="34" charset="0"/>
                <a:ea typeface="Arial" panose="020B0604020202020204" pitchFamily="34" charset="0"/>
              </a:rPr>
              <a:t>	&lt;6.9      = 6</a:t>
            </a:r>
          </a:p>
          <a:p>
            <a:pPr marL="342900" lvl="0" indent="-342900">
              <a:lnSpc>
                <a:spcPct val="100000"/>
              </a:lnSpc>
              <a:buFont typeface="Symbol" panose="05050102010706020507" pitchFamily="18" charset="2"/>
              <a:buChar char=""/>
            </a:pPr>
            <a:r>
              <a:rPr lang="es-MX" sz="1700" dirty="0">
                <a:solidFill>
                  <a:schemeClr val="tx1"/>
                </a:solidFill>
                <a:effectLst/>
                <a:latin typeface="Arial" panose="020B0604020202020204" pitchFamily="34" charset="0"/>
                <a:ea typeface="Arial" panose="020B0604020202020204" pitchFamily="34" charset="0"/>
              </a:rPr>
              <a:t>Favor de revisar el reglamento de alumnos de Licenciatura de la Universidad que está disponible en la página oficial  </a:t>
            </a:r>
            <a:r>
              <a:rPr lang="es-MX" sz="1700" u="sng" dirty="0">
                <a:solidFill>
                  <a:schemeClr val="tx1"/>
                </a:solidFill>
                <a:effectLst/>
                <a:latin typeface="Arial" panose="020B0604020202020204" pitchFamily="34" charset="0"/>
                <a:ea typeface="Arial" panose="020B0604020202020204" pitchFamily="34" charset="0"/>
              </a:rPr>
              <a:t>https://repo.iberopuebla.mx/normativa/basicos/CO229.pdf</a:t>
            </a:r>
          </a:p>
          <a:p>
            <a:endParaRPr lang="es-MX" sz="1800" dirty="0">
              <a:solidFill>
                <a:schemeClr val="tx1"/>
              </a:solidFill>
              <a:ea typeface="Arial" panose="020B0604020202020204" pitchFamily="34" charset="0"/>
            </a:endParaRPr>
          </a:p>
        </p:txBody>
      </p:sp>
    </p:spTree>
    <p:extLst>
      <p:ext uri="{BB962C8B-B14F-4D97-AF65-F5344CB8AC3E}">
        <p14:creationId xmlns:p14="http://schemas.microsoft.com/office/powerpoint/2010/main" val="3568832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5768ED-7BDA-44D5-BFD2-9B288DCA5E42}"/>
              </a:ext>
            </a:extLst>
          </p:cNvPr>
          <p:cNvSpPr>
            <a:spLocks noGrp="1"/>
          </p:cNvSpPr>
          <p:nvPr>
            <p:ph type="ctrTitle"/>
          </p:nvPr>
        </p:nvSpPr>
        <p:spPr>
          <a:xfrm>
            <a:off x="1143000" y="1322230"/>
            <a:ext cx="6858000" cy="526298"/>
          </a:xfrm>
        </p:spPr>
        <p:txBody>
          <a:bodyPr/>
          <a:lstStyle/>
          <a:p>
            <a:pPr algn="ctr"/>
            <a:r>
              <a:rPr lang="es-MX" sz="4000" dirty="0"/>
              <a:t>Criterios de evaluación</a:t>
            </a:r>
          </a:p>
        </p:txBody>
      </p:sp>
      <p:sp>
        <p:nvSpPr>
          <p:cNvPr id="3" name="Subtítulo 2">
            <a:extLst>
              <a:ext uri="{FF2B5EF4-FFF2-40B4-BE49-F238E27FC236}">
                <a16:creationId xmlns:a16="http://schemas.microsoft.com/office/drawing/2014/main" id="{9AF192E0-B176-4490-8C5F-8E7FFF35EA02}"/>
              </a:ext>
            </a:extLst>
          </p:cNvPr>
          <p:cNvSpPr>
            <a:spLocks noGrp="1"/>
          </p:cNvSpPr>
          <p:nvPr>
            <p:ph type="subTitle" idx="1"/>
          </p:nvPr>
        </p:nvSpPr>
        <p:spPr>
          <a:xfrm>
            <a:off x="539552" y="2070034"/>
            <a:ext cx="8064896" cy="4599326"/>
          </a:xfrm>
        </p:spPr>
        <p:txBody>
          <a:bodyPr/>
          <a:lstStyle/>
          <a:p>
            <a:r>
              <a:rPr lang="es-MX" b="1" dirty="0"/>
              <a:t>Evaluación de cada módulo			60%</a:t>
            </a:r>
          </a:p>
          <a:p>
            <a:pPr lvl="1"/>
            <a:r>
              <a:rPr lang="es-MX" b="1" dirty="0"/>
              <a:t>Mapas mentales, </a:t>
            </a:r>
            <a:r>
              <a:rPr lang="es-MX" b="1" dirty="0" err="1"/>
              <a:t>Quizz</a:t>
            </a:r>
            <a:r>
              <a:rPr lang="es-MX" b="1" dirty="0"/>
              <a:t>, Lecturas guiadas, Actividades en clase, Mesas de trabajo, Foros, Casos de estudio aplicativo, etc.</a:t>
            </a:r>
          </a:p>
          <a:p>
            <a:r>
              <a:rPr lang="es-MX" b="1" dirty="0"/>
              <a:t>Proyecto final aplicativo (clip)			40%</a:t>
            </a:r>
          </a:p>
          <a:p>
            <a:r>
              <a:rPr lang="es-MX" b="1" dirty="0"/>
              <a:t>Total                                              			100%</a:t>
            </a:r>
          </a:p>
          <a:p>
            <a:pPr marL="0" indent="0"/>
            <a:r>
              <a:rPr lang="es-MX" b="1" dirty="0"/>
              <a:t>*Asistencia mínima del 80% y participaciones para derecho a presentación final</a:t>
            </a:r>
          </a:p>
          <a:p>
            <a:pPr marL="0" indent="0"/>
            <a:endParaRPr lang="es-MX" b="1" dirty="0"/>
          </a:p>
        </p:txBody>
      </p:sp>
    </p:spTree>
    <p:extLst>
      <p:ext uri="{BB962C8B-B14F-4D97-AF65-F5344CB8AC3E}">
        <p14:creationId xmlns:p14="http://schemas.microsoft.com/office/powerpoint/2010/main" val="1569505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A3D2D-E047-B250-ED4C-4C803D37DC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81F4A51-E8CE-9A70-C1F6-065BAF0909B2}"/>
              </a:ext>
            </a:extLst>
          </p:cNvPr>
          <p:cNvSpPr>
            <a:spLocks noGrp="1"/>
          </p:cNvSpPr>
          <p:nvPr>
            <p:ph type="ctrTitle"/>
          </p:nvPr>
        </p:nvSpPr>
        <p:spPr>
          <a:xfrm>
            <a:off x="1143000" y="1322230"/>
            <a:ext cx="6858000" cy="526298"/>
          </a:xfrm>
        </p:spPr>
        <p:txBody>
          <a:bodyPr/>
          <a:lstStyle/>
          <a:p>
            <a:pPr algn="ctr"/>
            <a:r>
              <a:rPr lang="es-MX" sz="4000" dirty="0"/>
              <a:t>Rúbrica de proyecto final</a:t>
            </a:r>
          </a:p>
        </p:txBody>
      </p:sp>
      <p:sp>
        <p:nvSpPr>
          <p:cNvPr id="3" name="Subtítulo 2">
            <a:extLst>
              <a:ext uri="{FF2B5EF4-FFF2-40B4-BE49-F238E27FC236}">
                <a16:creationId xmlns:a16="http://schemas.microsoft.com/office/drawing/2014/main" id="{B3AD7FE5-ABDD-AAE7-D823-FD9B84BDFD19}"/>
              </a:ext>
            </a:extLst>
          </p:cNvPr>
          <p:cNvSpPr>
            <a:spLocks noGrp="1"/>
          </p:cNvSpPr>
          <p:nvPr>
            <p:ph type="subTitle" idx="1"/>
          </p:nvPr>
        </p:nvSpPr>
        <p:spPr>
          <a:xfrm>
            <a:off x="467544" y="2070033"/>
            <a:ext cx="8208912" cy="3743680"/>
          </a:xfrm>
        </p:spPr>
        <p:txBody>
          <a:bodyPr/>
          <a:lstStyle/>
          <a:p>
            <a:pPr marL="0" indent="0">
              <a:lnSpc>
                <a:spcPct val="100000"/>
              </a:lnSpc>
            </a:pPr>
            <a:r>
              <a:rPr lang="es-MX" sz="1400" dirty="0">
                <a:solidFill>
                  <a:srgbClr val="1D2125"/>
                </a:solidFill>
              </a:rPr>
              <a:t>Entrega del proyecto final </a:t>
            </a:r>
            <a:r>
              <a:rPr lang="es-MX" sz="1400" b="1" dirty="0">
                <a:solidFill>
                  <a:srgbClr val="1D2125"/>
                </a:solidFill>
              </a:rPr>
              <a:t>por equipo</a:t>
            </a:r>
            <a:r>
              <a:rPr lang="es-MX" sz="1400" dirty="0">
                <a:solidFill>
                  <a:srgbClr val="1D2125"/>
                </a:solidFill>
              </a:rPr>
              <a:t> en formato video o clip (</a:t>
            </a:r>
            <a:r>
              <a:rPr lang="es-MX" sz="1400" b="1" dirty="0">
                <a:solidFill>
                  <a:srgbClr val="1D2125"/>
                </a:solidFill>
              </a:rPr>
              <a:t>máximo 5 min. de duración</a:t>
            </a:r>
            <a:r>
              <a:rPr lang="es-MX" sz="1400" dirty="0">
                <a:solidFill>
                  <a:srgbClr val="1D2125"/>
                </a:solidFill>
              </a:rPr>
              <a:t>) a través de una liga en </a:t>
            </a:r>
            <a:r>
              <a:rPr lang="es-MX" sz="1400" dirty="0" err="1">
                <a:solidFill>
                  <a:srgbClr val="1D2125"/>
                </a:solidFill>
              </a:rPr>
              <a:t>you</a:t>
            </a:r>
            <a:r>
              <a:rPr lang="es-MX" sz="1400" dirty="0">
                <a:solidFill>
                  <a:srgbClr val="1D2125"/>
                </a:solidFill>
              </a:rPr>
              <a:t> </a:t>
            </a:r>
            <a:r>
              <a:rPr lang="es-MX" sz="1400" dirty="0" err="1">
                <a:solidFill>
                  <a:srgbClr val="1D2125"/>
                </a:solidFill>
              </a:rPr>
              <a:t>tube</a:t>
            </a:r>
            <a:r>
              <a:rPr lang="es-MX" sz="1400" dirty="0">
                <a:solidFill>
                  <a:srgbClr val="1D2125"/>
                </a:solidFill>
              </a:rPr>
              <a:t>. A continuación, la rúbrica y los criterios para calificar:</a:t>
            </a:r>
            <a:br>
              <a:rPr lang="es-MX" sz="1400" dirty="0">
                <a:solidFill>
                  <a:srgbClr val="1D2125"/>
                </a:solidFill>
              </a:rPr>
            </a:br>
            <a:endParaRPr lang="es-MX" sz="1400" dirty="0">
              <a:solidFill>
                <a:srgbClr val="1D2125"/>
              </a:solidFill>
            </a:endParaRPr>
          </a:p>
          <a:p>
            <a:pPr algn="l" rtl="0">
              <a:lnSpc>
                <a:spcPct val="100000"/>
              </a:lnSpc>
              <a:buFont typeface="Arial" panose="020B0604020202020204" pitchFamily="34" charset="0"/>
              <a:buChar char="•"/>
            </a:pPr>
            <a:r>
              <a:rPr lang="es-MX" sz="1400" b="1" dirty="0">
                <a:solidFill>
                  <a:srgbClr val="1D2125"/>
                </a:solidFill>
              </a:rPr>
              <a:t>Estructura y congruencia</a:t>
            </a:r>
            <a:r>
              <a:rPr lang="es-MX" sz="1400" dirty="0">
                <a:solidFill>
                  <a:srgbClr val="1D2125"/>
                </a:solidFill>
              </a:rPr>
              <a:t> - 25% El contenido presenta correcto planteamiento del problema que emana de la situación de la Industria y/o empresa y la aplicación de al menos dos herramientas adquiridas en el curso. </a:t>
            </a:r>
          </a:p>
          <a:p>
            <a:pPr algn="l">
              <a:lnSpc>
                <a:spcPct val="100000"/>
              </a:lnSpc>
              <a:buFont typeface="Arial" panose="020B0604020202020204" pitchFamily="34" charset="0"/>
              <a:buChar char="•"/>
            </a:pPr>
            <a:r>
              <a:rPr lang="es-MX" sz="1400" b="1" dirty="0">
                <a:solidFill>
                  <a:srgbClr val="1D2125"/>
                </a:solidFill>
              </a:rPr>
              <a:t>Innovación e impacto</a:t>
            </a:r>
            <a:r>
              <a:rPr lang="es-MX" sz="1400" dirty="0">
                <a:solidFill>
                  <a:srgbClr val="1D2125"/>
                </a:solidFill>
              </a:rPr>
              <a:t> - 25% La idea de solución que se presenta muestra originalidad y la opinión de mínimo dos experto(a)s (entrevista semidirigida) de la Industria.</a:t>
            </a:r>
          </a:p>
          <a:p>
            <a:pPr algn="l">
              <a:lnSpc>
                <a:spcPct val="100000"/>
              </a:lnSpc>
              <a:buFont typeface="Arial" panose="020B0604020202020204" pitchFamily="34" charset="0"/>
              <a:buChar char="•"/>
            </a:pPr>
            <a:r>
              <a:rPr lang="es-MX" sz="1400" b="1" dirty="0">
                <a:solidFill>
                  <a:srgbClr val="1D2125"/>
                </a:solidFill>
              </a:rPr>
              <a:t>Prototipo</a:t>
            </a:r>
            <a:r>
              <a:rPr lang="es-MX" sz="1400" dirty="0">
                <a:solidFill>
                  <a:srgbClr val="1D2125"/>
                </a:solidFill>
              </a:rPr>
              <a:t> - 25% El clip incluye prototipo de puesta en marcha de la idea de solución innovadora en la empresa elegida (el prototipo puede ser un producto innovador físico, virtual, una página web, una aplicación, un área modelo, una campaña, un demo, un curso a los colaboradores, un </a:t>
            </a:r>
            <a:r>
              <a:rPr lang="es-MX" sz="1400" dirty="0" err="1">
                <a:solidFill>
                  <a:srgbClr val="1D2125"/>
                </a:solidFill>
              </a:rPr>
              <a:t>poka</a:t>
            </a:r>
            <a:r>
              <a:rPr lang="es-MX" sz="1400" dirty="0">
                <a:solidFill>
                  <a:srgbClr val="1D2125"/>
                </a:solidFill>
              </a:rPr>
              <a:t> </a:t>
            </a:r>
            <a:r>
              <a:rPr lang="es-MX" sz="1400" dirty="0" err="1">
                <a:solidFill>
                  <a:srgbClr val="1D2125"/>
                </a:solidFill>
              </a:rPr>
              <a:t>yoke</a:t>
            </a:r>
            <a:r>
              <a:rPr lang="es-MX" sz="1400" dirty="0">
                <a:solidFill>
                  <a:srgbClr val="1D2125"/>
                </a:solidFill>
              </a:rPr>
              <a:t>, etc.) y debe ser detallada e incluir costos. </a:t>
            </a:r>
          </a:p>
          <a:p>
            <a:pPr algn="l">
              <a:lnSpc>
                <a:spcPct val="100000"/>
              </a:lnSpc>
              <a:buFont typeface="Arial" panose="020B0604020202020204" pitchFamily="34" charset="0"/>
              <a:buChar char="•"/>
            </a:pPr>
            <a:r>
              <a:rPr lang="es-MX" sz="1400" b="1" dirty="0">
                <a:solidFill>
                  <a:srgbClr val="1D2125"/>
                </a:solidFill>
              </a:rPr>
              <a:t>Presentación y formalidad</a:t>
            </a:r>
            <a:r>
              <a:rPr lang="es-MX" sz="1400" dirty="0">
                <a:solidFill>
                  <a:srgbClr val="1D2125"/>
                </a:solidFill>
              </a:rPr>
              <a:t> - 25% El clip contiene referencias bibliográficas (datos estadísticos, artículos científicos, publicaciones, páginas de internet de Organizaciones, etc.) en formato APA7.</a:t>
            </a:r>
          </a:p>
          <a:p>
            <a:pPr algn="l">
              <a:lnSpc>
                <a:spcPct val="100000"/>
              </a:lnSpc>
              <a:buFont typeface="Arial" panose="020B0604020202020204" pitchFamily="34" charset="0"/>
              <a:buChar char="•"/>
            </a:pPr>
            <a:r>
              <a:rPr lang="es-MX" sz="1400" b="1" dirty="0">
                <a:solidFill>
                  <a:srgbClr val="1D2125"/>
                </a:solidFill>
              </a:rPr>
              <a:t>Total 100%</a:t>
            </a:r>
            <a:endParaRPr lang="es-MX" sz="1400" dirty="0">
              <a:solidFill>
                <a:srgbClr val="1D2125"/>
              </a:solidFill>
            </a:endParaRPr>
          </a:p>
          <a:p>
            <a:pPr>
              <a:lnSpc>
                <a:spcPct val="100000"/>
              </a:lnSpc>
            </a:pPr>
            <a:endParaRPr lang="es-MX" sz="1400" dirty="0"/>
          </a:p>
          <a:p>
            <a:pPr>
              <a:lnSpc>
                <a:spcPct val="100000"/>
              </a:lnSpc>
            </a:pPr>
            <a:endParaRPr lang="es-MX" sz="1400" dirty="0"/>
          </a:p>
          <a:p>
            <a:pPr marL="0" indent="0">
              <a:lnSpc>
                <a:spcPct val="100000"/>
              </a:lnSpc>
            </a:pPr>
            <a:endParaRPr lang="es-MX" sz="1400" b="1" dirty="0"/>
          </a:p>
        </p:txBody>
      </p:sp>
    </p:spTree>
    <p:extLst>
      <p:ext uri="{BB962C8B-B14F-4D97-AF65-F5344CB8AC3E}">
        <p14:creationId xmlns:p14="http://schemas.microsoft.com/office/powerpoint/2010/main" val="2882301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99F3D0EE-A825-5714-88E3-BDD2F646E018}"/>
              </a:ext>
            </a:extLst>
          </p:cNvPr>
          <p:cNvSpPr/>
          <p:nvPr/>
        </p:nvSpPr>
        <p:spPr>
          <a:xfrm>
            <a:off x="179512" y="2238519"/>
            <a:ext cx="8537673" cy="297159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800"/>
          </a:p>
        </p:txBody>
      </p:sp>
      <p:sp>
        <p:nvSpPr>
          <p:cNvPr id="4" name="CuadroTexto 3">
            <a:extLst>
              <a:ext uri="{FF2B5EF4-FFF2-40B4-BE49-F238E27FC236}">
                <a16:creationId xmlns:a16="http://schemas.microsoft.com/office/drawing/2014/main" id="{6D66BF51-9859-232F-722F-D434689016E6}"/>
              </a:ext>
            </a:extLst>
          </p:cNvPr>
          <p:cNvSpPr txBox="1"/>
          <p:nvPr/>
        </p:nvSpPr>
        <p:spPr>
          <a:xfrm>
            <a:off x="428654" y="2238520"/>
            <a:ext cx="4168450"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Autofit/>
          </a:bodyPr>
          <a:lstStyle>
            <a:lvl1pPr marL="342900" indent="-342900" defTabSz="958850" eaLnBrk="0" hangingPunct="0">
              <a:lnSpc>
                <a:spcPct val="150000"/>
              </a:lnSpc>
              <a:spcAft>
                <a:spcPct val="25000"/>
              </a:spcAft>
              <a:buFont typeface="+mj-lt"/>
              <a:buAutoNum type="arabicPeriod"/>
              <a:defRPr b="0" i="0">
                <a:solidFill>
                  <a:srgbClr val="313131"/>
                </a:solidFill>
                <a:effectLst/>
                <a:highlight>
                  <a:srgbClr val="FFFFFF"/>
                </a:highlight>
                <a:latin typeface="Open Sans" panose="020B0606030504020204" pitchFamily="34" charset="0"/>
              </a:defRPr>
            </a:lvl1pPr>
            <a:lvl2pPr marL="190500" indent="-188913" defTabSz="958850" eaLnBrk="0" hangingPunct="0">
              <a:spcAft>
                <a:spcPct val="25000"/>
              </a:spcAft>
              <a:buChar char="•"/>
              <a:defRPr>
                <a:latin typeface="+mn-lt"/>
              </a:defRPr>
            </a:lvl2pPr>
            <a:lvl3pPr marL="381000" indent="-188913" defTabSz="958850" eaLnBrk="0" hangingPunct="0">
              <a:spcAft>
                <a:spcPct val="25000"/>
              </a:spcAft>
              <a:buChar char="•"/>
              <a:defRPr>
                <a:latin typeface="+mn-lt"/>
              </a:defRPr>
            </a:lvl3pPr>
            <a:lvl4pPr marL="571500" indent="-187325" defTabSz="958850" eaLnBrk="0" hangingPunct="0">
              <a:spcAft>
                <a:spcPct val="25000"/>
              </a:spcAft>
              <a:buChar char="•"/>
              <a:defRPr>
                <a:latin typeface="+mn-lt"/>
              </a:defRPr>
            </a:lvl4pPr>
            <a:lvl5pPr marL="762000" indent="-188913" defTabSz="958850" eaLnBrk="0" hangingPunct="0">
              <a:spcAft>
                <a:spcPct val="25000"/>
              </a:spcAft>
              <a:buChar char="•"/>
              <a:defRPr>
                <a:latin typeface="+mn-lt"/>
              </a:defRPr>
            </a:lvl5pPr>
            <a:lvl6pPr marL="1219200" indent="-188913" defTabSz="958850" fontAlgn="base">
              <a:spcBef>
                <a:spcPct val="0"/>
              </a:spcBef>
              <a:spcAft>
                <a:spcPct val="25000"/>
              </a:spcAft>
              <a:buChar char="•"/>
              <a:defRPr>
                <a:latin typeface="+mn-lt"/>
              </a:defRPr>
            </a:lvl6pPr>
            <a:lvl7pPr marL="1676400" indent="-188913" defTabSz="958850" fontAlgn="base">
              <a:spcBef>
                <a:spcPct val="0"/>
              </a:spcBef>
              <a:spcAft>
                <a:spcPct val="25000"/>
              </a:spcAft>
              <a:buChar char="•"/>
              <a:defRPr>
                <a:latin typeface="+mn-lt"/>
              </a:defRPr>
            </a:lvl7pPr>
            <a:lvl8pPr marL="2133600" indent="-188913" defTabSz="958850" fontAlgn="base">
              <a:spcBef>
                <a:spcPct val="0"/>
              </a:spcBef>
              <a:spcAft>
                <a:spcPct val="25000"/>
              </a:spcAft>
              <a:buChar char="•"/>
              <a:defRPr>
                <a:latin typeface="+mn-lt"/>
              </a:defRPr>
            </a:lvl8pPr>
            <a:lvl9pPr marL="2590800" indent="-188913" defTabSz="958850" fontAlgn="base">
              <a:spcBef>
                <a:spcPct val="0"/>
              </a:spcBef>
              <a:spcAft>
                <a:spcPct val="25000"/>
              </a:spcAft>
              <a:buChar char="•"/>
              <a:defRPr>
                <a:latin typeface="+mn-lt"/>
              </a:defRPr>
            </a:lvl9pPr>
          </a:lstStyle>
          <a:p>
            <a:r>
              <a:rPr lang="es-MX" dirty="0"/>
              <a:t>Lectura de caso de estudio y contestar foro (mínimo tres interacciones)</a:t>
            </a:r>
          </a:p>
          <a:p>
            <a:r>
              <a:rPr lang="es-MX" dirty="0"/>
              <a:t>Lecturas de Artículos científicos</a:t>
            </a:r>
          </a:p>
        </p:txBody>
      </p:sp>
      <p:sp>
        <p:nvSpPr>
          <p:cNvPr id="15" name="CuadroTexto 14">
            <a:extLst>
              <a:ext uri="{FF2B5EF4-FFF2-40B4-BE49-F238E27FC236}">
                <a16:creationId xmlns:a16="http://schemas.microsoft.com/office/drawing/2014/main" id="{F9D0791E-EE9B-5335-47EE-B7A037C3759E}"/>
              </a:ext>
            </a:extLst>
          </p:cNvPr>
          <p:cNvSpPr txBox="1"/>
          <p:nvPr/>
        </p:nvSpPr>
        <p:spPr>
          <a:xfrm>
            <a:off x="5076057" y="2259335"/>
            <a:ext cx="3635794" cy="3000821"/>
          </a:xfrm>
          <a:prstGeom prst="rect">
            <a:avLst/>
          </a:prstGeom>
          <a:noFill/>
        </p:spPr>
        <p:txBody>
          <a:bodyPr wrap="square" rtlCol="0">
            <a:spAutoFit/>
          </a:bodyPr>
          <a:lstStyle/>
          <a:p>
            <a:r>
              <a:rPr lang="es-MX" sz="2100" b="1" dirty="0">
                <a:latin typeface="Open Sans" panose="020B0606030504020204" pitchFamily="34" charset="0"/>
                <a:ea typeface="Open Sans" panose="020B0606030504020204" pitchFamily="34" charset="0"/>
                <a:cs typeface="Open Sans" panose="020B0606030504020204" pitchFamily="34" charset="0"/>
              </a:rPr>
              <a:t>Plazo. Miércoles 26 de agosto a más tardar 23:59 hrs</a:t>
            </a:r>
          </a:p>
          <a:p>
            <a:endParaRPr lang="es-MX" sz="2100" dirty="0">
              <a:latin typeface="Open Sans" panose="020B0606030504020204" pitchFamily="34" charset="0"/>
              <a:ea typeface="Open Sans" panose="020B0606030504020204" pitchFamily="34" charset="0"/>
              <a:cs typeface="Open Sans" panose="020B0606030504020204" pitchFamily="34" charset="0"/>
            </a:endParaRPr>
          </a:p>
          <a:p>
            <a:endParaRPr lang="es-MX" sz="2100" dirty="0">
              <a:latin typeface="Open Sans" panose="020B0606030504020204" pitchFamily="34" charset="0"/>
              <a:ea typeface="Open Sans" panose="020B0606030504020204" pitchFamily="34" charset="0"/>
              <a:cs typeface="Open Sans" panose="020B0606030504020204" pitchFamily="34" charset="0"/>
            </a:endParaRPr>
          </a:p>
          <a:p>
            <a:endParaRPr lang="es-MX" sz="2100" dirty="0">
              <a:latin typeface="Open Sans" panose="020B0606030504020204" pitchFamily="34" charset="0"/>
              <a:ea typeface="Open Sans" panose="020B0606030504020204" pitchFamily="34" charset="0"/>
              <a:cs typeface="Open Sans" panose="020B0606030504020204" pitchFamily="34" charset="0"/>
            </a:endParaRPr>
          </a:p>
          <a:p>
            <a:r>
              <a:rPr lang="es-MX" sz="2100" b="1" dirty="0">
                <a:latin typeface="Open Sans" panose="020B0606030504020204" pitchFamily="34" charset="0"/>
                <a:ea typeface="Open Sans" panose="020B0606030504020204" pitchFamily="34" charset="0"/>
                <a:cs typeface="Open Sans" panose="020B0606030504020204" pitchFamily="34" charset="0"/>
              </a:rPr>
              <a:t>Plazo. Martes 01 de septiembre a más tardar 23:59 hrs.</a:t>
            </a:r>
          </a:p>
        </p:txBody>
      </p:sp>
      <p:sp>
        <p:nvSpPr>
          <p:cNvPr id="6" name="Título 1">
            <a:extLst>
              <a:ext uri="{FF2B5EF4-FFF2-40B4-BE49-F238E27FC236}">
                <a16:creationId xmlns:a16="http://schemas.microsoft.com/office/drawing/2014/main" id="{D057EF09-522F-1C2D-C183-96FF4776E09E}"/>
              </a:ext>
            </a:extLst>
          </p:cNvPr>
          <p:cNvSpPr txBox="1">
            <a:spLocks/>
          </p:cNvSpPr>
          <p:nvPr/>
        </p:nvSpPr>
        <p:spPr bwMode="auto">
          <a:xfrm>
            <a:off x="1143000" y="1040987"/>
            <a:ext cx="6858000" cy="526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958850" rtl="0" eaLnBrk="0" fontAlgn="base" hangingPunct="0">
              <a:spcBef>
                <a:spcPct val="0"/>
              </a:spcBef>
              <a:spcAft>
                <a:spcPct val="0"/>
              </a:spcAft>
              <a:defRPr sz="2400" b="1">
                <a:solidFill>
                  <a:schemeClr val="tx2"/>
                </a:solidFill>
                <a:latin typeface="+mj-lt"/>
                <a:ea typeface="+mj-ea"/>
                <a:cs typeface="+mj-cs"/>
              </a:defRPr>
            </a:lvl1pPr>
            <a:lvl2pPr algn="l" defTabSz="958850" rtl="0" eaLnBrk="0" fontAlgn="base" hangingPunct="0">
              <a:spcBef>
                <a:spcPct val="0"/>
              </a:spcBef>
              <a:spcAft>
                <a:spcPct val="0"/>
              </a:spcAft>
              <a:defRPr sz="2400" b="1">
                <a:solidFill>
                  <a:schemeClr val="tx2"/>
                </a:solidFill>
                <a:latin typeface="Arial" charset="0"/>
              </a:defRPr>
            </a:lvl2pPr>
            <a:lvl3pPr algn="l" defTabSz="958850" rtl="0" eaLnBrk="0" fontAlgn="base" hangingPunct="0">
              <a:spcBef>
                <a:spcPct val="0"/>
              </a:spcBef>
              <a:spcAft>
                <a:spcPct val="0"/>
              </a:spcAft>
              <a:defRPr sz="2400" b="1">
                <a:solidFill>
                  <a:schemeClr val="tx2"/>
                </a:solidFill>
                <a:latin typeface="Arial" charset="0"/>
              </a:defRPr>
            </a:lvl3pPr>
            <a:lvl4pPr algn="l" defTabSz="958850" rtl="0" eaLnBrk="0" fontAlgn="base" hangingPunct="0">
              <a:spcBef>
                <a:spcPct val="0"/>
              </a:spcBef>
              <a:spcAft>
                <a:spcPct val="0"/>
              </a:spcAft>
              <a:defRPr sz="2400" b="1">
                <a:solidFill>
                  <a:schemeClr val="tx2"/>
                </a:solidFill>
                <a:latin typeface="Arial" charset="0"/>
              </a:defRPr>
            </a:lvl4pPr>
            <a:lvl5pPr algn="l" defTabSz="958850" rtl="0" eaLnBrk="0" fontAlgn="base" hangingPunct="0">
              <a:spcBef>
                <a:spcPct val="0"/>
              </a:spcBef>
              <a:spcAft>
                <a:spcPct val="0"/>
              </a:spcAft>
              <a:defRPr sz="2400" b="1">
                <a:solidFill>
                  <a:schemeClr val="tx2"/>
                </a:solidFill>
                <a:latin typeface="Arial" charset="0"/>
              </a:defRPr>
            </a:lvl5pPr>
            <a:lvl6pPr marL="457200" algn="l" defTabSz="958850" rtl="0" fontAlgn="base">
              <a:spcBef>
                <a:spcPct val="0"/>
              </a:spcBef>
              <a:spcAft>
                <a:spcPct val="0"/>
              </a:spcAft>
              <a:defRPr sz="2400" b="1">
                <a:solidFill>
                  <a:schemeClr val="tx2"/>
                </a:solidFill>
                <a:latin typeface="Arial" charset="0"/>
              </a:defRPr>
            </a:lvl6pPr>
            <a:lvl7pPr marL="914400" algn="l" defTabSz="958850" rtl="0" fontAlgn="base">
              <a:spcBef>
                <a:spcPct val="0"/>
              </a:spcBef>
              <a:spcAft>
                <a:spcPct val="0"/>
              </a:spcAft>
              <a:defRPr sz="2400" b="1">
                <a:solidFill>
                  <a:schemeClr val="tx2"/>
                </a:solidFill>
                <a:latin typeface="Arial" charset="0"/>
              </a:defRPr>
            </a:lvl7pPr>
            <a:lvl8pPr marL="1371600" algn="l" defTabSz="958850" rtl="0" fontAlgn="base">
              <a:spcBef>
                <a:spcPct val="0"/>
              </a:spcBef>
              <a:spcAft>
                <a:spcPct val="0"/>
              </a:spcAft>
              <a:defRPr sz="2400" b="1">
                <a:solidFill>
                  <a:schemeClr val="tx2"/>
                </a:solidFill>
                <a:latin typeface="Arial" charset="0"/>
              </a:defRPr>
            </a:lvl8pPr>
            <a:lvl9pPr marL="1828800" algn="l" defTabSz="958850" rtl="0" fontAlgn="base">
              <a:spcBef>
                <a:spcPct val="0"/>
              </a:spcBef>
              <a:spcAft>
                <a:spcPct val="0"/>
              </a:spcAft>
              <a:defRPr sz="2400" b="1">
                <a:solidFill>
                  <a:schemeClr val="tx2"/>
                </a:solidFill>
                <a:latin typeface="Arial" charset="0"/>
              </a:defRPr>
            </a:lvl9pPr>
          </a:lstStyle>
          <a:p>
            <a:pPr algn="ctr"/>
            <a:r>
              <a:rPr lang="es-MX" sz="4000" kern="0" dirty="0"/>
              <a:t>Asignación semanal</a:t>
            </a:r>
          </a:p>
        </p:txBody>
      </p:sp>
    </p:spTree>
    <p:extLst>
      <p:ext uri="{BB962C8B-B14F-4D97-AF65-F5344CB8AC3E}">
        <p14:creationId xmlns:p14="http://schemas.microsoft.com/office/powerpoint/2010/main" val="1686138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EF9A71B5-34FA-15FE-B7F7-050273227A99}"/>
              </a:ext>
            </a:extLst>
          </p:cNvPr>
          <p:cNvPicPr>
            <a:picLocks noGrp="1" noChangeAspect="1"/>
          </p:cNvPicPr>
          <p:nvPr>
            <p:ph idx="1"/>
          </p:nvPr>
        </p:nvPicPr>
        <p:blipFill>
          <a:blip r:embed="rId2"/>
          <a:stretch>
            <a:fillRect/>
          </a:stretch>
        </p:blipFill>
        <p:spPr>
          <a:xfrm>
            <a:off x="680027" y="1104248"/>
            <a:ext cx="8178800" cy="4150741"/>
          </a:xfrm>
          <a:prstGeom prst="rect">
            <a:avLst/>
          </a:prstGeom>
        </p:spPr>
      </p:pic>
    </p:spTree>
    <p:extLst>
      <p:ext uri="{BB962C8B-B14F-4D97-AF65-F5344CB8AC3E}">
        <p14:creationId xmlns:p14="http://schemas.microsoft.com/office/powerpoint/2010/main" val="940631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arcador de contenido 8">
            <a:extLst>
              <a:ext uri="{FF2B5EF4-FFF2-40B4-BE49-F238E27FC236}">
                <a16:creationId xmlns:a16="http://schemas.microsoft.com/office/drawing/2014/main" id="{035B03E6-2C2F-866D-02AD-A5150B3B8039}"/>
              </a:ext>
            </a:extLst>
          </p:cNvPr>
          <p:cNvPicPr>
            <a:picLocks noGrp="1" noChangeAspect="1"/>
          </p:cNvPicPr>
          <p:nvPr>
            <p:ph idx="1"/>
          </p:nvPr>
        </p:nvPicPr>
        <p:blipFill>
          <a:blip r:embed="rId2"/>
          <a:stretch>
            <a:fillRect/>
          </a:stretch>
        </p:blipFill>
        <p:spPr>
          <a:xfrm>
            <a:off x="906824" y="1069687"/>
            <a:ext cx="7330352" cy="4178300"/>
          </a:xfrm>
          <a:prstGeom prst="rect">
            <a:avLst/>
          </a:prstGeom>
        </p:spPr>
      </p:pic>
    </p:spTree>
    <p:extLst>
      <p:ext uri="{BB962C8B-B14F-4D97-AF65-F5344CB8AC3E}">
        <p14:creationId xmlns:p14="http://schemas.microsoft.com/office/powerpoint/2010/main" val="1918430039"/>
      </p:ext>
    </p:extLst>
  </p:cSld>
  <p:clrMapOvr>
    <a:masterClrMapping/>
  </p:clrMapOvr>
</p:sld>
</file>

<file path=ppt/theme/theme1.xml><?xml version="1.0" encoding="utf-8"?>
<a:theme xmlns:a="http://schemas.openxmlformats.org/drawingml/2006/main" name="Blank Presentation">
  <a:themeElements>
    <a:clrScheme name="Blank Presentation 16">
      <a:dk1>
        <a:srgbClr val="000000"/>
      </a:dk1>
      <a:lt1>
        <a:srgbClr val="FFFFFF"/>
      </a:lt1>
      <a:dk2>
        <a:srgbClr val="003366"/>
      </a:dk2>
      <a:lt2>
        <a:srgbClr val="C0C0C0"/>
      </a:lt2>
      <a:accent1>
        <a:srgbClr val="969696"/>
      </a:accent1>
      <a:accent2>
        <a:srgbClr val="003366"/>
      </a:accent2>
      <a:accent3>
        <a:srgbClr val="FFFFFF"/>
      </a:accent3>
      <a:accent4>
        <a:srgbClr val="000000"/>
      </a:accent4>
      <a:accent5>
        <a:srgbClr val="C9C9C9"/>
      </a:accent5>
      <a:accent6>
        <a:srgbClr val="002D5C"/>
      </a:accent6>
      <a:hlink>
        <a:srgbClr val="99CCFF"/>
      </a:hlink>
      <a:folHlink>
        <a:srgbClr val="800000"/>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ank Presentation 13">
        <a:dk1>
          <a:srgbClr val="000000"/>
        </a:dk1>
        <a:lt1>
          <a:srgbClr val="FFFFFF"/>
        </a:lt1>
        <a:dk2>
          <a:srgbClr val="003366"/>
        </a:dk2>
        <a:lt2>
          <a:srgbClr val="333333"/>
        </a:lt2>
        <a:accent1>
          <a:srgbClr val="969696"/>
        </a:accent1>
        <a:accent2>
          <a:srgbClr val="99CCFF"/>
        </a:accent2>
        <a:accent3>
          <a:srgbClr val="FFFFFF"/>
        </a:accent3>
        <a:accent4>
          <a:srgbClr val="000000"/>
        </a:accent4>
        <a:accent5>
          <a:srgbClr val="C9C9C9"/>
        </a:accent5>
        <a:accent6>
          <a:srgbClr val="8AB9E7"/>
        </a:accent6>
        <a:hlink>
          <a:srgbClr val="800000"/>
        </a:hlink>
        <a:folHlink>
          <a:srgbClr val="FF9900"/>
        </a:folHlink>
      </a:clrScheme>
      <a:clrMap bg1="lt1" tx1="dk1" bg2="lt2" tx2="dk2" accent1="accent1" accent2="accent2" accent3="accent3" accent4="accent4" accent5="accent5" accent6="accent6" hlink="hlink" folHlink="folHlink"/>
    </a:extraClrScheme>
    <a:extraClrScheme>
      <a:clrScheme name="Blank Presentation 14">
        <a:dk1>
          <a:srgbClr val="000000"/>
        </a:dk1>
        <a:lt1>
          <a:srgbClr val="FFFFFF"/>
        </a:lt1>
        <a:dk2>
          <a:srgbClr val="99CCFF"/>
        </a:dk2>
        <a:lt2>
          <a:srgbClr val="969696"/>
        </a:lt2>
        <a:accent1>
          <a:srgbClr val="800000"/>
        </a:accent1>
        <a:accent2>
          <a:srgbClr val="FF9900"/>
        </a:accent2>
        <a:accent3>
          <a:srgbClr val="FFFFFF"/>
        </a:accent3>
        <a:accent4>
          <a:srgbClr val="000000"/>
        </a:accent4>
        <a:accent5>
          <a:srgbClr val="C0AAAA"/>
        </a:accent5>
        <a:accent6>
          <a:srgbClr val="E78A00"/>
        </a:accent6>
        <a:hlink>
          <a:srgbClr val="003366"/>
        </a:hlink>
        <a:folHlink>
          <a:srgbClr val="C0C0C0"/>
        </a:folHlink>
      </a:clrScheme>
      <a:clrMap bg1="lt1" tx1="dk1" bg2="lt2" tx2="dk2" accent1="accent1" accent2="accent2" accent3="accent3" accent4="accent4" accent5="accent5" accent6="accent6" hlink="hlink" folHlink="folHlink"/>
    </a:extraClrScheme>
    <a:extraClrScheme>
      <a:clrScheme name="Blank Presentation 15">
        <a:dk1>
          <a:srgbClr val="000000"/>
        </a:dk1>
        <a:lt1>
          <a:srgbClr val="FFFFFF"/>
        </a:lt1>
        <a:dk2>
          <a:srgbClr val="003366"/>
        </a:dk2>
        <a:lt2>
          <a:srgbClr val="C0C0C0"/>
        </a:lt2>
        <a:accent1>
          <a:srgbClr val="999999"/>
        </a:accent1>
        <a:accent2>
          <a:srgbClr val="99CCFF"/>
        </a:accent2>
        <a:accent3>
          <a:srgbClr val="FFFFFF"/>
        </a:accent3>
        <a:accent4>
          <a:srgbClr val="000000"/>
        </a:accent4>
        <a:accent5>
          <a:srgbClr val="CACACA"/>
        </a:accent5>
        <a:accent6>
          <a:srgbClr val="8AB9E7"/>
        </a:accent6>
        <a:hlink>
          <a:srgbClr val="FF9900"/>
        </a:hlink>
        <a:folHlink>
          <a:srgbClr val="800000"/>
        </a:folHlink>
      </a:clrScheme>
      <a:clrMap bg1="lt1" tx1="dk1" bg2="lt2" tx2="dk2" accent1="accent1" accent2="accent2" accent3="accent3" accent4="accent4" accent5="accent5" accent6="accent6" hlink="hlink" folHlink="folHlink"/>
    </a:extraClrScheme>
    <a:extraClrScheme>
      <a:clrScheme name="Blank Presentation 16">
        <a:dk1>
          <a:srgbClr val="000000"/>
        </a:dk1>
        <a:lt1>
          <a:srgbClr val="FFFFFF"/>
        </a:lt1>
        <a:dk2>
          <a:srgbClr val="003366"/>
        </a:dk2>
        <a:lt2>
          <a:srgbClr val="C0C0C0"/>
        </a:lt2>
        <a:accent1>
          <a:srgbClr val="969696"/>
        </a:accent1>
        <a:accent2>
          <a:srgbClr val="003366"/>
        </a:accent2>
        <a:accent3>
          <a:srgbClr val="FFFFFF"/>
        </a:accent3>
        <a:accent4>
          <a:srgbClr val="000000"/>
        </a:accent4>
        <a:accent5>
          <a:srgbClr val="C9C9C9"/>
        </a:accent5>
        <a:accent6>
          <a:srgbClr val="002D5C"/>
        </a:accent6>
        <a:hlink>
          <a:srgbClr val="99CCFF"/>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59411</TotalTime>
  <Words>1296</Words>
  <Application>Microsoft Macintosh PowerPoint</Application>
  <PresentationFormat>Presentación en pantalla (4:3)</PresentationFormat>
  <Paragraphs>95</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Open Sans</vt:lpstr>
      <vt:lpstr>Symbol</vt:lpstr>
      <vt:lpstr>Times New Roman</vt:lpstr>
      <vt:lpstr>Blank Presentation</vt:lpstr>
      <vt:lpstr>Presentación de PowerPoint</vt:lpstr>
      <vt:lpstr>Agenda</vt:lpstr>
      <vt:lpstr>Bienvenida</vt:lpstr>
      <vt:lpstr>Tus profesores</vt:lpstr>
      <vt:lpstr>Presentación de PowerPoint</vt:lpstr>
      <vt:lpstr>Resultados de aprendizaje</vt:lpstr>
      <vt:lpstr>Temario</vt:lpstr>
      <vt:lpstr>Políticas de la clase</vt:lpstr>
      <vt:lpstr>Políticas de la clase</vt:lpstr>
      <vt:lpstr>Criterios de evaluación</vt:lpstr>
      <vt:lpstr>Rúbrica de proyecto final</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jose luis d. martinez</dc:creator>
  <cp:lastModifiedBy>HERNANDEZ MARTINEZ. JOSE LUIS</cp:lastModifiedBy>
  <cp:revision>383</cp:revision>
  <dcterms:created xsi:type="dcterms:W3CDTF">2019-01-21T17:50:16Z</dcterms:created>
  <dcterms:modified xsi:type="dcterms:W3CDTF">2026-08-20T05:00:17Z</dcterms:modified>
</cp:coreProperties>
</file>